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5029200"/>
            <a:ext cx="4419295" cy="109728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당산역세권 메디컬·근린생활 빌딩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9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115억원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1E40A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115억원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Leasable Space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전용 임대공간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76656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코너 메디컬·근린생활 빌딩 전경 (외관 25m 대로변 접면)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59856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269584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온누리약국 및 연세의원 전용 로비 출입구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66928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676656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2~3층 정형외과 및 피트니스 클럽 내부 인테리어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159856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6269584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8대 주차장 및 옥상 정원 조경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345.20㎡ (104.42평)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4170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1,141.15㎡ (345.20평)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8대 자주식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건폐율/용적률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62059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59.8% / 용적률 298.5%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 2011년, 지하 1층 ~ 지상 5층 자주식 주차 8대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접근성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및 도로 교통망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2·9호선 환승역 당산역 도보 3분 초역세권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53328" y="2295144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올림픽대로 및 노들로 차량 2분 진입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준공업지역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가열지구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400%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5,500,000원/㎡ (18,181,900원/평, 2024년)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제원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기준 제원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345.20㎡ (104.42평) (제3종일반주거/준공업)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1,141.15㎡ (345.20평) (용적률 산정 연면적)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8대 자주식 (승강기 1대 완비)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건폐율/용적률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59.8% / 용적률 298.5% (법정 기준 충족)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0" name="Shape 17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8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 2011년, 지하 1층 ~ 지상 5층 자주식 주차 8대</a:t>
            </a:r>
            <a:endParaRPr lang="en-US" sz="930" dirty="0"/>
          </a:p>
        </p:txBody>
      </p:sp>
      <p:sp>
        <p:nvSpPr>
          <p:cNvPr id="23" name="Text 2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(Rent Roll)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442327"/>
                <a:gridCol w="2403878"/>
                <a:gridCol w="2403878"/>
                <a:gridCol w="2403878"/>
                <a:gridCol w="240387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월차임(원)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계약만기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카페/창고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연세의원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(그룹B)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8,830,000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2027-04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연세의원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별관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(그룹B)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2027-04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1F일부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온누리약국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(그룹A)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1,830,000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바디짐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헬스클럽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4,550,000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2028-01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전통주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보틀샵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2,600,000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2025-04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밝은이비인후과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1,650,000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19,460,000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Stability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렌트롤 상세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B1F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직영 카페/창고 ()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연세의원 본관 (그룹B) (140,000,000)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2F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연세의원 별관 (그룹B) ()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1F일부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온누리약국 (그룹A) (60,000,000)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3F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바디짐 헬스클럽 (50,000,000)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4F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전통주 보틀샵 (30,000,000)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5F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밝은이비인후과 (10,000,000)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471830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7183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172968" y="471830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8개 구획 (290,000,000)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2" name="Text 3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 포인트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8개 구획 중 6개 임대 완료, 2개 자가사용 (공실률 0.0%)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및 현금흐름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순영업소득 (NOI) 및 수익률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총임대료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233,520,000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1,946만 원 × 12개월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운영비용 (OPEX)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21,500,000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7233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실질 관리비 및 유지보수비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순영업소득 (NOI)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13141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212,020,000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13141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총수익 - 운영비용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실질 투자금액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11,210,000,000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399592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 115억 - 보증금 2.9억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30773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7233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7233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5.33%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472330" y="399592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NOI / 실질매입원가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66928" y="4626864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73659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9808" y="4956048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임대료 수입: 2억 3,352만 원 관리운영비 공제 후 연 순수익률 (Cap Rate): 5.33%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Comps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거래 사례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3685946"/>
                <a:gridCol w="3685946"/>
                <a:gridCol w="368594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금액(원)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산출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총임대료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233,520,000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1,946만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12개월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운영비용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(OPEX)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관리비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유지보수비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순영업소득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(NOI)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212,020,000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총수익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투자금액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11,210,000,000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매매가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115억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2.9억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순수익률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5.33%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NOI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실질매입원가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Capital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및 자본 조달 구조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5391760" cy="43891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539176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5.29억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1.03억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121.3억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2.9억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57.5억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60.9억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3008" y="1417320"/>
            <a:ext cx="539176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118.4억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3.69%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2.99%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60.9억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2.64%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49.4억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2.14%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F3C7"/>
          </a:solidFill>
          <a:ln/>
        </p:spPr>
      </p:sp>
      <p:sp>
        <p:nvSpPr>
          <p:cNvPr id="33" name="Shape 30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Text 31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6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11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가치 제안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Value Proposition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3472586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초역세권 대로변 코너 입지 프리미엄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9554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59554" y="1481328"/>
            <a:ext cx="3472586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88154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88154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88154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1~2층 메디컬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88154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8154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1~2층 메디컬 앵커 테넌트 장기 임차로 공실 리스크 완전 차단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2181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2181" y="1481328"/>
            <a:ext cx="3472586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Shape 19"/>
          <p:cNvSpPr/>
          <p:nvPr/>
        </p:nvSpPr>
        <p:spPr>
          <a:xfrm>
            <a:off x="8380781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8380781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80781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380781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0781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5.33% 달성 및 밸류애드 기회 확보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리스크 체크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57839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권리 분석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소유권: 개인 2인 공동소유 (매각 동의 완료)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근저당권: 채권최고액 42억 원 설정 (잔금 시 전액 말소 조건)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위반건축물: 건축물대장상 위반건축물 표기 없음 (적법 건물)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5193792"/>
            <a:ext cx="11057839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Checklist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및 확인 필요사항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대조 (보증금, 월임대료, 관리비 실입금 내역 및 제소전화해조서)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450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4" name="Text 22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450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0450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 진행 절차 및 타임라인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442106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LOI (매수의향서) 접수 및 세부 실사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00474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4794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4794" y="1572768"/>
            <a:ext cx="3442106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4250" y="1792224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94250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4250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4250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(계약금 10%)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8341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2661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2661" y="1572768"/>
            <a:ext cx="3442106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Shape 19"/>
          <p:cNvSpPr/>
          <p:nvPr/>
        </p:nvSpPr>
        <p:spPr>
          <a:xfrm>
            <a:off x="8402117" y="1792224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8402117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02117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02117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근저당 말소 확인 및 잔금 지급 (명도 확약 이행)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Records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주용도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제1종·제2종 근린생활시설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1,141.15㎡ (345.2평)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건축면적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206.4㎡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8대 (자주식 0 / 기계식 0)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5" name="Shape 23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Cadastral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용도지구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가열지구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400%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53328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18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 District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소상공인 상권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역세권 상권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상권유형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역세권/발달상권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주요업종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의료/클리닉/F&amp;B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유동인구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42,500명/일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매출지수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128.5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점포수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145개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개업률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4.2%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471830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7183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폐업률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172968" y="471830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1.8%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31" name="Shape 2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활성도 및 유동인구 특성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역세권 상권 상권은 의료/클리닉/F&amp;B 중심의 안정적 배후 수요 형성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일평균 유동인구 42,500명 기반의 지속적 점포 매출 창출력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개업률(4.2%) 및 폐업률(1.8%) 기준 상권 생존 안정성 검증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7784287" y="3950208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35" name="Shape 33"/>
          <p:cNvSpPr/>
          <p:nvPr/>
        </p:nvSpPr>
        <p:spPr>
          <a:xfrm>
            <a:off x="7784287" y="4005072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6" name="Text 34"/>
          <p:cNvSpPr/>
          <p:nvPr/>
        </p:nvSpPr>
        <p:spPr>
          <a:xfrm>
            <a:off x="7967167" y="40599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 구성 및 집객력 강화 전략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967167" y="4279392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직장인 및 배후 주거단지 소비 특성을 고려한 앵커 테넌트 유치 적합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주말/주중 시간대별 매출 분산 구조로 안정적 임대료 수취 환경 조성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대형 집객 시설과의 시너지 효과를 통한 상권 확장 잠재력 보유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19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2026-09-04T01:21:02Z</dcterms:created>
  <dcterms:modified xsi:type="dcterms:W3CDTF">2026-09-04T01:21:02Z</dcterms:modified>
</cp:coreProperties>
</file>