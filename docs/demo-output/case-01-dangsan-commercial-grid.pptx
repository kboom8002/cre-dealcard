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당산역세권 메디컬·근린생활 빌딩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1E40A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345.20㎡ (104.42평)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4170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1,141.15㎡ (345.20평)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5188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8대 자주식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건폐율/용적률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62059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59.8% / 용적률 298.5%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 2011년, 지하 1층 ~ 지상 5층 자주식 주차 8대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접근성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345.20㎡ (104.42평)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1,141.15㎡ (345.20평)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건폐율/용적률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59.8% / 용적률 298.5%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제원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기준 제원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345.20㎡ (104.42평)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1,141.15㎡ (345.20평)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8대 자주식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건폐율/용적률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59.8% / 용적률 298.5%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(Rent Roll)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442327"/>
                <a:gridCol w="2403878"/>
                <a:gridCol w="2403878"/>
                <a:gridCol w="2403878"/>
                <a:gridCol w="2403878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보증금(원)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월차임(원)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계약만기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카페/창고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자가사용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연세의원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(그룹B)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8,830,000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2027-04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연세의원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별관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(그룹B)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2027-04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1F일부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온누리약국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(그룹A)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1,830,000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바디짐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헬스클럽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4,550,000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2028-01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전통주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보틀샵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2,600,000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2025-04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밝은이비인후과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1,650,000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2026-08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19,460,000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공실률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Stability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 렌트롤 상세 분석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B1F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직영 카페/창고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연세의원 본관 (그룹B)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연세의원 별관 (그룹B)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1F일부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온누리약국 (그룹A)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바디짐 헬스클럽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전통주 보틀샵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5F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밝은이비인후과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8개 구획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31" name="Shape 2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35" name="Shape 3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6" name="Text 3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및 현금흐름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순영업소득 (NOI) 및 수익률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총임대료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233,520,000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1,946만 원 × 12개월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운영비용 (OPEX)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21,500,000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72330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실질 관리비 및 유지보수비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순영업소득 (NOI)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13141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212,020,000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13141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총수익 - 운영비용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실질 투자금액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11,210,000,000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399592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 115억 - 보증금 2.9억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30773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7233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72330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5.33%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472330" y="399592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NOI / 실질매입원가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Comps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비교사례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3685946"/>
                <a:gridCol w="3685946"/>
                <a:gridCol w="3685946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금액(원)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산출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총임대료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233,520,000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1,946만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12개월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운영비용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(OPEX)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관리비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유지보수비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순영업소득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(NOI)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212,020,000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총수익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운영비용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실질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투자금액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11,210,000,000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매매가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115억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2.9억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순수익률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5.33%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NOI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실질매입원가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가치 제안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Value Proposition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3472586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초역세권 대로변 코너 입지 프리미엄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초역세권 대로변 코너 입지 프리미엄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59554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9554" y="1481328"/>
            <a:ext cx="3472586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88154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588154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88154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1~2층 메디컬 앵커 테넌트 장기 임차로 공실 리스크 완전 차단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88154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8154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1~2층 메디컬 앵커 테넌트 장기 임차로 공실 리스크 완전 차단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2181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2181" y="1481328"/>
            <a:ext cx="3472586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2" name="Shape 20"/>
          <p:cNvSpPr/>
          <p:nvPr/>
        </p:nvSpPr>
        <p:spPr>
          <a:xfrm>
            <a:off x="8380781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8380781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80781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 5.33% 달성 및 밸류애드 기회 확보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380781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0781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 5.33% 달성 및 밸류애드 기회 확보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FF6F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및 리스크 체크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57839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1057839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및 권리 분석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소유권: 개인 2인 공동소유 (매각 동의 완료)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근저당권: 채권최고액 42억 원 설정 (잔금 시 전액 말소 조건)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위반건축물: 건축물대장상 위반건축물 표기 없음 (적법 건물)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5193792"/>
            <a:ext cx="11057839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매수 진행 절차 및 타임라인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442106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LOI (매수의향서) 접수 및 세부 실사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00474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4794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4794" y="1572768"/>
            <a:ext cx="3442106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4250" y="1792224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94250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4250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4250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(계약금 10%)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08341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2661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2661" y="1572768"/>
            <a:ext cx="3442106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Shape 19"/>
          <p:cNvSpPr/>
          <p:nvPr/>
        </p:nvSpPr>
        <p:spPr>
          <a:xfrm>
            <a:off x="8402117" y="1792224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8402117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02117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02117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근저당 말소 확인 및 잔금 지급 (명도 확약 이행)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2026-09-04T00:26:12Z</dcterms:created>
  <dcterms:modified xsi:type="dcterms:W3CDTF">2026-09-04T00:26:12Z</dcterms:modified>
</cp:coreProperties>
</file>