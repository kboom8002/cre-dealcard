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0284C7">
              <a:alpha val="8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서초구 잠원동 역세권 신축 개발부지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298094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474720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47472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51760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242억원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0369A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3159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F2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242억원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Leasable Space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전용 임대공간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6557894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6557894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5650992"/>
            <a:ext cx="6557894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76656" y="5650992"/>
            <a:ext cx="6338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잠원역 초역세권 신축 개발 대상 부지 전경 (160평 정형 필지)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252838" y="1234440"/>
            <a:ext cx="4371929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52838" y="1234440"/>
            <a:ext cx="4371929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252838" y="3232404"/>
            <a:ext cx="437192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7362566" y="3232404"/>
            <a:ext cx="41524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 x 6m 코너 각지 도로 접면 상태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252838" y="3653028"/>
            <a:ext cx="4371929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52838" y="3653028"/>
            <a:ext cx="4371929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252838" y="5650992"/>
            <a:ext cx="437192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362566" y="5650992"/>
            <a:ext cx="41524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구옥 현황 (전원 명도 확약 체결 완료)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123-1번지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330.58㎡ (100.00평)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123-2번지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198.35㎡ (60.00평)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합산 대지면적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528.93㎡ (160.00평)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 (법정 건폐율 50%, 용적률 250%)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123-1번지: 330.58㎡ (100.00평)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123-2번지: 198.35㎡ (60.00평)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합산 대지면적: 528.93㎡ (160.00평)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대상지 입지 및 인프라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서초구 잠원동 초역세권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3호선 잠원역 도보 4분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 및 한남대교 남단 직결로 도심 및 강남 접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28,500,000원/㎡ (94,215,300원/평, 2024년)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0F2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0F2F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3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다필지 대지 현황 종합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필지 일괄 매각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123-1번지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330.58㎡ (100.00평)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123-2번지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198.35㎡ (60.00평)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합산 대지면적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528.93㎡ (160.00평)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 (법정 건폐율 50%, 용적률 250%)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0F2FE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2" name="Text 19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Land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부지 물리적 여건 및 인허가 조건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인허가 시뮬레이션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접면도로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 × 6m 코너 (우수)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북측 8m 도로 접면 (사선 영향 최소)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2필지 통합 사각형 (이용 효율 극대화)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0F2FE"/>
          </a:solidFill>
          <a:ln/>
        </p:spPr>
      </p:sp>
      <p:sp>
        <p:nvSpPr>
          <p:cNvPr id="18" name="Shape 15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접면: 8m × 6m 북서측 코너 각지 도로 접면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 사선제한: 북측 인접도로 8m 확보로 사선 완화 유리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굴착 여건: 인근 지반조사 결과 암반층 양호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Scale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건축 계획 및 개발 규모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건축 규모 가이드라인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160.0평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528.93㎡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80.0평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7233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50.0%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400.0평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13141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250.0%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연면적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480.0평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1개층 포함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30773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233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7233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6층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7233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최고 높이 24m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048549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3141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주차계획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13141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12대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13141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6대 + 기계식 6대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66928" y="462686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E0F2FE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473659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건축 규모 요약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9808" y="49560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 160.0평에 용적률 250% 적용 시 신축 연면적 480.0평 규모 달성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Eviction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기존 건축물 철거 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멸실 추진 방안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123-1번지 구옥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소유주 본인 거주 (매매계약 체결 시 잔금 전 명도 완료 확약)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123-2번지 구옥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직계 가족 거주 (매매계약 체결 시 잔금 전 명도 완료 확약)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권리금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없음 (직영) (상가임대차보호법 분쟁 리스크 전무)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철거 멸실 일정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즉시 착공 (착공 후 30일 이내 멸실 대장 정리 완료)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0F2FE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2" name="Text 19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 관리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단독주택 2동 소유주 직영 거주 중으로 전원 명도 확약 체결 완료 (매수자 명도 부담 0원)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분쟁성 임차인이 전혀 없어 잔금 즉시 철거 공사 착공 및 인허가 절차 병행 가능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Cost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 투입 사업비 정밀 모델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금액(억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매매대금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취득세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255.6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공사비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철거·토목·건축공사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56.4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부대비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설계·감리·금융비용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332.0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E0F2FE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투입 핵심 구조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 토지비 255.6억, 2단 공사비 56.4억, 3단 부대비 20.0억 정밀 분리 산출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 대출 조달 및 자기자본(Equity) 투입 계획에 최적화된 3단계 자금집행 구조 수립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E0F2FE"/>
          </a:solidFill>
          <a:ln/>
        </p:spPr>
      </p:sp>
      <p:sp>
        <p:nvSpPr>
          <p:cNvPr id="12" name="Shape 9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 및 자금조달 최적화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0" y="41239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토지비·공사비·금융비 3단 정밀 분리를 통한 금융 심의 최적화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비중 77% 수준의 안정적 담보 및 사업성 구조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공사비 및 부대비 분할 기표 및 예비비 완충 여력 반영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Stacking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건물 층별 권장 용도 (Stacking)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208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층별 용도 및 면적 배분 계획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2011680"/>
          <a:ext cx="4934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9728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타깃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스튜디오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웰니스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피트니스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피트니스·골프스튜디오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베이커리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플래그십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리테일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F&amp;B·쇼룸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2~3F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성형외과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클리닉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프리미엄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4~5F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오피스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전문직·IT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테라스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라운지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208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신축 개요 및 규제 기한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61608" y="2011680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대지면적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36740" y="2011680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160.0평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61608" y="2450592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1608" y="2450592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신축 연면적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36740" y="2450592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480.0평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61608" y="2889504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1608" y="2889504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건폐율 / 용적률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36740" y="2889504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 / 250%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61608" y="3328416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1608" y="3328416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총공사비 (1,200만/평)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36740" y="3328416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56.4억 원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61608" y="376732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1608" y="3767328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총사업비 (토지+공사+예비비)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36740" y="3767328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332.0억 원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61608" y="4251960"/>
            <a:ext cx="4934560" cy="128016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/>
        </p:spPr>
      </p:sp>
      <p:sp>
        <p:nvSpPr>
          <p:cNvPr id="26" name="Shape 23"/>
          <p:cNvSpPr/>
          <p:nvPr/>
        </p:nvSpPr>
        <p:spPr>
          <a:xfrm>
            <a:off x="6461608" y="4306824"/>
            <a:ext cx="36576" cy="1170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6644488" y="436168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한시적 용적률 완화 기한: 2028년 5월 (잔여 630일)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644488" y="4581144"/>
            <a:ext cx="46053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건축허가 접수일 기준 한시적 인센티브가 적용되므로 인허가 타임라인 준수 필수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지연 시 기준 용적률로 회귀할 위험에 대한 사전 인허가 사전심의 필요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프로젝트 투자 하이라이트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 Highlights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68900" cy="347472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53689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491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최적화 모델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49117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4911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 심의 및 자금조달에 최적화된 투명한 3단 사업비 구조 수립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5868" y="1481328"/>
            <a:ext cx="5368900" cy="347472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5868" y="1481328"/>
            <a:ext cx="53689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446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8446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84468" y="2194560"/>
            <a:ext cx="491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엑시트 유연성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84468" y="2624328"/>
            <a:ext cx="49117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4468" y="2779776"/>
            <a:ext cx="4911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완공 후 단독 사옥 통매각 또는 프리미엄 메디컬 분양을 통한 개발이익 극대화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0F2FE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규제 기한 리스크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리스크 점검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명도: 구옥 2동 소유주 직영 중으로 잔금 전 명도 완료 확약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한시 조례 용적률 완화 인센티브 잔여일: 630일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Checklist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사업 추진 일정표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 건축 심의 접수 (2개월) 건축허가 완료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 건축 심의 접수 (2개월) 건축허가 완료 (4개월) 철거 및 착공 (6개월) 준공 (18개월)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·  Cadastral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28,500,000원/㎡ (94,215,300원/평, 2024년)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2026-09-04T01:21:12Z</dcterms:created>
  <dcterms:modified xsi:type="dcterms:W3CDTF">2026-09-04T01:21:12Z</dcterms:modified>
</cp:coreProperties>
</file>