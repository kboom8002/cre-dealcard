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 중심업무지구 밸류애드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6654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06654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Leasable Space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 중심업무지구(CBD) 코너 꼬마빌딩 외관 전경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힙지로 감성 F&amp;B 리테일 테넌트 입점 전경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2~4층 스타트업 및 크리에이터 전용 오피스 공간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승강기 및 리모델링 완료된 코어 시설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중구 을지로3가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719072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내 우수한 접근성 및 중장기 자산 가치 보존 잠재력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현금흐름: 현 임대차 계약 구조를 통한 월 임대소득 창출 자산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상세 임대차 계약 및 공부상 권리관계 정밀 실사 권장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을지로3가 쿼드러플 역세권 입지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CBD 중심업무지구 핵심 코어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2·3호선 환승역 을지로3가역 도보 2분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종각, 명동, 동대문 상권을 잇는 메인 트래픽 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788920"/>
            <a:ext cx="55714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청계천 수변 공원 도보 3분 인접으로 쾌적성 우수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중심상업지역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남측 8m 접면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24,500,000원/㎡ (80,992,100원/평, 2024년)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거래 사례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매매금액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평단가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을지로3가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코너빌딩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820.0㎡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112.0억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1.76억/평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수표동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근생타워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2024-02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740.5㎡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99.5억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1.62억/평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충무로2가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빌딩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2023-11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790.0㎡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105.0억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1.68억/평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780.3㎡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1.49억/평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실거래 사례 기반 시세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을지로3가 코너빌딩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820.0㎡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수표동 근생타워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740.5㎡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충무로2가 빌딩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2023-11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790.0㎡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대상 물건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진행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780.3㎡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상업지역 토지 평당 거래가 1.5억 ~ 1.8억 원 형성 본 매물은 대지 평당 1.49억 원 수준으로 권역 내 최저가 급매 포지션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 힙지로 상권 확장 및 오피스 수요 급증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20~30대 젊은 층 유입으로 1~2층 F&amp;B 임대료 연 8.5% 가파른 상승세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상부층 IT 스타트업 및 디자인 에이전시의 높은 임차 선호도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2374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CBD 대형 프라임 오피스 공급 부족에 따른 중소형 사옥 수요 풍부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실거래 사례 기반 시세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을지로3가 코너빌딩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2024-04 (820.0㎡)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수표동 근생타워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2024-02 (740.5㎡)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충무로2가 빌딩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2023-11 (790.0㎡)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대상 물건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진행 (780.3㎡)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F3EBD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상업지역 토지 평당 거래가 1.5억 ~ 1.8억 원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대지 평당 1.49억 원 수준으로 권역 내 최저가 급매 포지션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및 자본 조달 구조 분석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4.37억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0.85억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100.2억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48.0억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57.5억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38.5억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 트레이딩 투자 하이라이트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Investment Thesis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대비 급매 가격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거래 시세 대비 15% 이상 저평가된 95억 희소 매물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용이성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승강기 완비로 대수선 없이 외관·MD 개선만으로 즉각적 가치 상승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환금성 우수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100억 미만 중심상업지역 물건으로 목표 기간 내 무마찰 엑시트 보장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절차 및 클로징 타임라인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양수도 본계약 체결 (2주)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양수도 본계약 체결 (2주) 잔금 및 소유권 이전 (4주 이내)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제2종근린생활시설 및 업무시설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780.3㎡ (236.0평)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126.2㎡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5대 (자주식 0 / 기계식 0)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중심상업지역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남측 8m 접면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2026-09-04T01:21:17Z</dcterms:created>
  <dcterms:modified xsi:type="dcterms:W3CDTF">2026-09-04T01:21:17Z</dcterms:modified>
</cp:coreProperties>
</file>