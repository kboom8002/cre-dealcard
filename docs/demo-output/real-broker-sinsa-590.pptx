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신사동 590 ICL 빌딩 매각 안내서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760억원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1E40A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760억원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매각희망가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평당가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41700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18728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188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1880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997467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2059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62059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463600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74573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7457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07008" y="470916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분석: 핵심권역 소재 자산의 입지 특성 및 대지 지분 가치 확인 필요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33095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44068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5440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07008" y="540410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구조: 매매 시장 적정가 수준 대비 임대수익 현황 분석 필요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접근성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강남구 신사동 590 외 2필지 (590-1, 590-2) 권역 중심 입지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대중교통 및 도로 접근성 우수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53328" y="2295144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GBD 업무·상업 배후수요 직결 우량 입지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53328" y="301752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Location Macro Transit Engine (1600x1200 px, 266.7 DPI)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52%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제원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및 3단 그룹 Key Facts 제원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 (서울특별시 강남구 신사동 590 외 2필지 (590-1, 590-2))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매각희망가 (760억 원)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평당가 (약 2.36억 원/평)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 (1.02% (4층 공실 정상화 시 1.28%))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 (제1종·제2종 근린생활시설 (메디컬·사옥))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 (1,061.90㎡ (321.2평))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 (제3종일반주거지역)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471830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7183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172968" y="471830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 (51.3% / 237.2% (법정 50% / 250%))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8" y="515721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1572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172968" y="515721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도로접면 (논현로 이면 코너 (북측 8m, 동측 6m))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66928" y="55961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55961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172968" y="55961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(3,341.80㎡ (1,010.9평))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38" name="Shape 35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9" name="Text 36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41" name="Text 3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입주사명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월차임(원)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계약만기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하우연한의원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7,800,000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2027.06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ST성형외과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13,300,000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2024.10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(임대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밸류애드)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엑셀유학/어학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15,750,000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2025.04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모래공장보컬아카데미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2024.10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이탈로모토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(바이크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쇼룸)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16,275,000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2030년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64,625,000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렌트롤 상세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6F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하우연한의원 (100,000,000)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ST성형외과 (300,000,000)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4F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(임대 가능 / 밸류애드) ()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엑셀유학/어학 (150,000,000)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모래공장보컬아카데미 (150,000,000)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이탈로모토 (바이크 쇼룸) (250,000,000)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6개 구획 (950,000,000)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현금흐름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 분석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 (Cap Rate)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1.02%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임대수익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7.75억 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66928" y="341071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465576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520440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3739896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 (Cap Rate): 1.02% 연간 임대수익: 7.75억 원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매물 및 실거래 시세 비교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소재지/명칭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대지면적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연면적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거래시점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신사동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586-6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(실거래)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76.7평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2.26억/평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2024-02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신사동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566-35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(실거래)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65.4평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208평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2.00억/평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2023-11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신사동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590-23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(인근매물)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145.5평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2.75억/평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2024-05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신사동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559-6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(인근매물)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70.6평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2.83억/평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2024-03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신사동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588-1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(인근매물)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55.1평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3.18억/평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37083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원가법 제외: 노후도 감가 및 도심 역세권 수익형 상업용 부동산 특성상 사례비교법 및 수익환원법 2방식 적용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Capital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자본 조달 구조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39176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760.0억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34.96억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6.84억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801.8억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38.0억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380.0억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383.8억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1417320"/>
            <a:ext cx="539176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763.8억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459.8억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383.8억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307.8억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F3C7"/>
          </a:solidFill>
          <a:ln/>
        </p:spPr>
      </p:sp>
      <p:sp>
        <p:nvSpPr>
          <p:cNvPr id="33" name="Shape 30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1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DCF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DCF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가치 제안 (Value Proposition)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가치 제안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 핵심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 핵심 입지 및 뛰어난 자산 가치 보존성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874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3874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우량 임차인 구성 및 현금흐름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시세 대비 우수한 가격 경쟁력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3874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3874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리모델링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리모델링 및 임대 정상화를 통한 추가 밸류애드 기회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진행 절차 및 타임라인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접수 임대차 계약서 및 공부 정밀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접수 임대차 계약서 및 공부 정밀 실사 본계약 체결 잔금 및 소유권 이전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Records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제1종·제2종 근린생활시설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3,341.8㎡ (1010.9평)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544.7㎡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사용승인일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1998-05-15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26대 (자주식 0 / 기계식 0)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Cadastral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53328" y="3511296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17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2026-09-05T07:19:50Z</dcterms:created>
  <dcterms:modified xsi:type="dcterms:W3CDTF">2026-09-05T07:19:50Z</dcterms:modified>
</cp:coreProperties>
</file>