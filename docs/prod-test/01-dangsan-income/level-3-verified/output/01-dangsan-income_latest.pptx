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당산동5가 11-47 호산당빌딩 투자 제안서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사거리 코너 로드뷰 가시성과 풍부한 유동인구를 바탕으로 약국·병원·스타벅스 앵커 테넌트를 유치하는 프리미엄 근생 자산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1,946만 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52344"/>
            <a:ext cx="510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월/월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8728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주용도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2313432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음식점/카페 / 소매점(약국)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1880" y="2752344"/>
            <a:ext cx="510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구성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3867912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업종 MD 최적화: B1 F&amp;B ➔ 1F 약국/카페 ➔ 2~3F 메디컬 ➔ 4~5F 에듀 ➔ 6F 피트니스 유기적 배치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4562856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로드뷰 및 앵커 테넌트 경쟁력: 사거리 코너 25m 전면 노출 및 횡단보도 연접으로 우량 테넌트 유치 유리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5257800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배후: 일평균 45,000명 통행 및 반경 500m 8,500세대 고정 배후 소비층 확보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당산역세권 만실 메디컬 근생빌딩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 (영신로 259, 호산당빌딩)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건물규모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5층, 1998년 준공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토지면적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420.5㎡ (127.2평) / 연면적: 1,141.15㎡ (345.2평)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보증금(만원)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월세(만원)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자가카페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음식점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95.96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당산메디칼약국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23.71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1F+2F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연세이비인후과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당산피트니스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사무실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25.12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와인앤모어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51.14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서울피부과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55.56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7구획 만실 (공실률 0%)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없음 (7구획 중 7구획 임대중)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1,946만 원/월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 수입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2.3억 원/년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DCFCE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 안정성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음식점/카페: 1구획, 소매점(약국): 1구획, 의원: 1구획, 운동시설(헬스): 1구획, 사무실: 1구획, 소매점(주류): 1구획, 의원(피부과): 1구획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및 레버리지 분석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118.7억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46.0억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72.6억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57.5억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60.9억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2044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3739896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4.5% 기준 LTV 민감도: [주의] 역레버리지: Cap Rate(2.03%) &lt; 대출금리(4.5%), LTV 50% 이상 시 현금흐름 적자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1.03억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121.4억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72.5억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118.5억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DCF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DCF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Sensitivity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 분석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574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1226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8658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민감도는 Pro IM 상세 정보 입력 후 산출됩니다.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2026-09-10T02:17:45Z</dcterms:created>
  <dcterms:modified xsi:type="dcterms:W3CDTF">2026-09-10T02:17:45Z</dcterms:modified>
</cp:coreProperties>
</file>