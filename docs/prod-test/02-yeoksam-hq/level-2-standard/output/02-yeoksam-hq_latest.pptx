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사무용빌딩 매각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120억대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Gallery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0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2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사무용빌딩 투자 검토 자료입니다.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60,563,909원/평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1.7억 원/년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자가전환 손익분기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72.1년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 2호선 역삼역 도보 2분(약 129m), 강남 핵심 업무지구(GBD) 중심의 역세권 도보 3분 이내 사옥 입지입니다. 테헤란로 업무권역과 강남역 생활·업무권역을 동시에 누릴 수 있어, 임직원 출퇴근 편의와 대외 미팅 접근성을 높이며 월 3,800만원 수준의 현 임차료를 절감할 수 있는 자가사용 대안으로 경쟁력이 있습니다. 인근에는 강남역(약 781m), 언주역(9호선·약 649m), 신논현역(9호선·약 963m)이 위치해 2·9호선 및 신분당선 접근이 가능한 광역 교통망을 확보합니다. 일반상업지역 내 중로각지·평지 조건과 풍부한 식음·편의 인프라는 사옥의 업무 효율 및 향후 임대·매각 시 수요층 확대에 기여하는 자산가치 방어 요인입니다.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2호선 역삼역 도보 2분 (약 129m) 초역세권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환승망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2·9호선 및 신분당선 인접 (강남역 780m)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 업무지구(GBD) 테헤란로 중심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조건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중로각지·평지 입지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생활·비즈니스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식음 및 비즈니스 지원 인프라 밀집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1,966.6㎡ (594.9평)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필지 형상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사다리형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중로각지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이용상황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572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지목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72968" y="51572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5961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72968" y="55961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33,470,000원/㎡ (110,645,126원/평, 2026년)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41" name="Shape 3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2" name="Text 4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 핵심 한줄 정의: 역삼역 2호선 도보 2분, 연면적 655㎡ (198.1평) 규모의 2001년 준공 역삼동 사옥형 업무시설입니다. 서울특별시 해당 권역에 위치하며, 건축물대장상 철근콘크리트 구조·지하 6층~지상 20층·업무시설로 등재되어 있습니다. 전층 사옥 주요 임차인은 잔금일 퇴거를 확약한 상태로, 매수인은 핵심 업무권역 내 독립 사옥을 확보해 외부 임차 비용을 절감할 수 있습니다. 제공자료상 현재 월 임차료 3,800만원을 부담 중인 실수요자라면, 자가사용 전환을 통해 고정 임차비를 자산 보유가치로 전환하는 전략이 가능합니다. | 항목 | 내용 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유형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[건물명 비공개] / 업무시설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655㎡ (198.1평)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2001년 6월 22일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B6~20F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역삼역(2호선) 약 129m, 도보 약 2분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점유 현황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1F~6F 사옥 임차인 잔금일 퇴거 확약 / B1 임대차 만료일 2026.12.31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9" name="Shape 26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7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32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6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사용 계획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198.1평 (655㎡)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80명 본사 임직원 쾌적한 상주 공간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1.9평 (오피스 표준 면적 기준 충족)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E8F5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역삼권역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Vs Lease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자가사용 vs 임차비용 비교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(역삼권역 임차 vs 본 사옥 매입)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역삼권역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(120.0억)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3,800만)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72.0억@4.5%)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+1.32억원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(29%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32.4억원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역삼권역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-45.6억원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+73.2억원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E8F5CC"/>
          </a:solidFill>
          <a:ln/>
        </p:spPr>
      </p:sp>
      <p:sp>
        <p:nvSpPr>
          <p:cNvPr id="10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45.6억원을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토지 지가 상승분을 법인 자산으로 온전히 흡수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8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Commute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비즈니스 접근성 및 통근 환경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비즈니스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도보 접근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비즈니스 거점 연결로 수도권 전역 통근 편의성 극대화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2" name="Shape 19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9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Value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희소 통사옥의 자산가치 및 브랜딩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내 단독 사옥 가용 매물 극히 희소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토지 가치 지속 상승세로 자산 가치 보존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E8F5C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5.52억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7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이 빌딩을 사야 하는가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매수자 유형 (AI 분석)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임차비 절감 효과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소유 전환 시 연간 임대 비용 절감 및 자산 가치 형성이 가능합니다.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㎡당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(연면적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18,320,611원/㎡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권역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㎡당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(연면적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19,750,745원/㎡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포지션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-7.2%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디스카운트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" y="5678424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57881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87168" y="5751576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[참고] 종합 가치 제안: 해당 권역 소재 [건물명 비공개]으로, 입지 및 자산 특성에 대한 상세 분석은 관련 실사 자료 확인 필요. ### 3대 핵심 투자 포인트 (사옥 매입) • 사옥 브랜드 가치: 해당 권역 소재 자산으로, 대지 지분 가치 및 입지 경쟁력에 대한 분석은 관련 실사 자료 확인 필요.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리스크 진단 및 대응 방안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 완료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지상 전층 사용 중으로 매매 잔금 시 전원 퇴거 확약서 징구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무결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 권리분쟁 전무, 을구 근저당 1건은 잔금 시 동시 변제·말소 조건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리스크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검토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과밀억제권역 법인 사옥 취득세 중과 요건 및 적격 분할/지점 설치 사전 세무 자문 완료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단계에서 법률·세무·물리적 실사를 통해 잔여 잠재 리스크를 철저히 차단합니다.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 및 상담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중개사를 통한 매입 의향 확인 및 기초 브리핑 자료 수령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계약서 원본, 정밀 도면, 관리비 정산서 등 상세 자료 열람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실사(DD)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구조, 승강기·주차 설비, 누수 및 실사용 공간 직접 점검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및 계약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대금, 잔금 일정, 명도 특약 조율 후 최종 매매계약 체결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IM-E8BC71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사옥용 빌딩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655㎡ (198.1평)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요약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2026-09-07T11:44:14Z</dcterms:created>
  <dcterms:modified xsi:type="dcterms:W3CDTF">2026-09-07T11:44:14Z</dcterms:modified>
</cp:coreProperties>
</file>