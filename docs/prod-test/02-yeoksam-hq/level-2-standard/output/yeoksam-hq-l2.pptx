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강남구 역삼동 사무용빌딩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Gallery 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주요 전경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1,200,000만원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13834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8426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공실률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78426" y="1719072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060741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5333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5333" y="1719072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해당 권역 소재 자산으로 중장기 자산 가치 및 안정적 수요 검토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구조: 적정가 수준의 가격대 및 현 임대차 기반의 현금흐름 분석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점검: 계약서 및 공부 확인을 통한 권리관계·물리적 상태 정밀 진단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Checklist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및 확인 필요사항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대조 (보증금, 월임대료, 관리비 실입금 내역 및 제소전화해조서)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0" name="Text 18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0450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4" name="Text 22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0450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0450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후 다음 단계는 무엇인가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IM-E8BC71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Records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건물명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역삼현대벤쳐텔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주용도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31,972.202㎡ (9671.6평)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Title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요약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6858000" cy="182880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00784"/>
            <a:ext cx="36576" cy="171907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물리 스펙 요약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65288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제한물권 및 근저당 말소 확약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잔금 시 기존 설정된 근저당권 및 담보 설정 전액 말소 조건 승계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이전 등기 및 근저당 말소 동시 이행을 통한 매수인 권리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임대보증금 승계 확약서 징구 및 대항력 유무 원본 대조 필수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84287" y="3950208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4005072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40599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분쟁 및 처분금지 가처분 검토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4279392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 갑구상 소유권 분쟁, 압류, 가압류, 가처분 등 제한 사항 전무 확인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 본인 확인 및 인감증명서, 위임장 진위 여부 사전 실사 완료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신탁 등기 또는 공동 담보 설정 여부 점검 완료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Cadastral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지적도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800%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1,966.6㎡ (594.9평)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053328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8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District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소상공인 상권 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상권명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상권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매출지수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점포수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활성도 및 유동인구 특성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상권은 근린생활·F&amp;B 중심의 안정적 배후 수요 형성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일평균 유동인구 풍부 기반의 지속적 점포 매출 창출력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개업률(2.8%) 및 폐업률(2.1%) 기준 상권 생존 안정성 검증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784287" y="3950208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4005072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40599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 구성 및 집객력 강화 전략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4279392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직장인 및 배후 주거단지 소비 특성을 고려한 앵커 테넌트 유치 적합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주말/주중 시간대별 매출 분산 구조로 안정적 임대료 수취 환경 조성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대형 집객 시설과의 시너지 효과를 통한 상권 확장 잠재력 보유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IM-E8BC71  ·  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2026-09-07T01:17:10Z</dcterms:created>
  <dcterms:modified xsi:type="dcterms:W3CDTF">2026-09-07T01:17:10Z</dcterms:modified>
</cp:coreProperties>
</file>