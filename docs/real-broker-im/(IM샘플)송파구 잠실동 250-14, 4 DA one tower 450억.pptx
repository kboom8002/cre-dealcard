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8" r:id="rId2"/>
    <p:sldId id="259" r:id="rId3"/>
    <p:sldId id="270" r:id="rId4"/>
    <p:sldId id="273" r:id="rId5"/>
    <p:sldId id="275" r:id="rId6"/>
    <p:sldId id="280" r:id="rId7"/>
    <p:sldId id="277" r:id="rId8"/>
    <p:sldId id="274" r:id="rId9"/>
    <p:sldId id="281" r:id="rId10"/>
    <p:sldId id="265" r:id="rId11"/>
    <p:sldId id="282" r:id="rId12"/>
    <p:sldId id="261" r:id="rId13"/>
    <p:sldId id="266" r:id="rId14"/>
    <p:sldId id="272" r:id="rId15"/>
    <p:sldId id="278" r:id="rId16"/>
    <p:sldId id="283" r:id="rId17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6600"/>
    <a:srgbClr val="CCECFF"/>
    <a:srgbClr val="FFFF99"/>
    <a:srgbClr val="FF99FF"/>
    <a:srgbClr val="CCCC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201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180B787-E9AA-4488-8771-7C461719B9E1}" type="datetimeFigureOut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88C45E2-65B3-4BF6-AB67-C188156A1D9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590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E3A619B-47BB-42A7-965A-280B32B39404}" type="datetimeFigureOut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2F3CADC-AC86-4370-A49E-0DD4C5F731F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5650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275DED-83A8-4D37-8E20-503E30B31506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458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00498B-F57D-4C00-9360-F6753A75129D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D5245-94BB-4AA5-A1F4-F947EF8E8F82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6B9CF-C303-408E-ABE0-96621576EFA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76991-DF1E-4FDD-9843-4B87D71C7A81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A7C58-E637-4247-AA06-637E7D24983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6A1E6F-6D1B-47EE-ADEC-BA87FA430809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517E1-12E6-4C66-81FD-8EEA40D42E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75B58-A1D5-40B2-ACDD-C34E96F89683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D98A9-841A-43A5-8836-F25A9C64AA5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84F3DFB-14F9-4FBD-82EC-F02AC6F1D902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A9C99-47D9-459E-860A-99F9647DC2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2828A65-B35C-459C-913B-EE2AD46723B3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F259D-0343-4AF1-BD34-93E7EC9A642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97E2671-316C-428E-996F-46FC723CE9A6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519D0-1467-46DD-AC48-2F2F48BF19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718CC1-409F-4022-A649-4E91E7495AB5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A0DFD-CD15-4981-B870-F7FC945644D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26678E-FC22-4A55-A6E4-4933C6B3A13A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934E8-5624-4C7A-83DF-0290B75870F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E6D8D8-CF15-40AD-8D50-267A8D5B3717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DAB3A-BAE7-423E-BD7A-E544272893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0EE4A7-5789-4B28-BF43-6A1E8A116C7D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43063" y="6356350"/>
            <a:ext cx="58578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12EA9-8B12-43AD-BAE6-4FE5D648EB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19828C-B08F-492C-931E-0AC32150615B}" type="datetime1">
              <a:rPr lang="ko-KR" altLang="en-US"/>
              <a:pPr>
                <a:defRPr/>
              </a:pPr>
              <a:t>2025-09-25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E81BBF-6464-4604-9200-F94E041238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그룹 13"/>
          <p:cNvGrpSpPr>
            <a:grpSpLocks/>
          </p:cNvGrpSpPr>
          <p:nvPr/>
        </p:nvGrpSpPr>
        <p:grpSpPr bwMode="auto">
          <a:xfrm>
            <a:off x="-71438" y="-71438"/>
            <a:ext cx="9215438" cy="857251"/>
            <a:chOff x="-71470" y="-71462"/>
            <a:chExt cx="9215470" cy="928694"/>
          </a:xfrm>
        </p:grpSpPr>
        <p:grpSp>
          <p:nvGrpSpPr>
            <p:cNvPr id="1032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798"/>
                <a:ext cx="9144032" cy="85645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3422"/>
                <a:ext cx="9144032" cy="178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4249"/>
                <a:ext cx="9144032" cy="178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798"/>
                <a:ext cx="7215213" cy="84399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798"/>
                <a:ext cx="5759470" cy="84399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4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028" name="TextBox 5"/>
          <p:cNvSpPr txBox="1">
            <a:spLocks noChangeArrowheads="1"/>
          </p:cNvSpPr>
          <p:nvPr/>
        </p:nvSpPr>
        <p:spPr bwMode="auto">
          <a:xfrm>
            <a:off x="5436096" y="188913"/>
            <a:ext cx="313164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물건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313" y="6092825"/>
            <a:ext cx="4000500" cy="4318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100" b="1" dirty="0">
                <a:latin typeface="맑은 고딕"/>
                <a:ea typeface="맑은 고딕"/>
              </a:rPr>
              <a:t>♣ 본건은 공부 및 매도인 의뢰를 기초로 조사한 것으로</a:t>
            </a:r>
            <a:endParaRPr lang="en-US" altLang="ko-KR" sz="1100" b="1" dirty="0">
              <a:latin typeface="맑은 고딕"/>
              <a:ea typeface="맑은 고딕"/>
            </a:endParaRPr>
          </a:p>
          <a:p>
            <a:pPr algn="ctr">
              <a:defRPr/>
            </a:pPr>
            <a:r>
              <a:rPr lang="ko-KR" altLang="en-US" sz="1100" b="1" dirty="0">
                <a:latin typeface="맑은 고딕"/>
                <a:ea typeface="맑은 고딕"/>
              </a:rPr>
              <a:t> 사실과 차이가 있을 수 있습니다</a:t>
            </a:r>
            <a:r>
              <a:rPr lang="en-US" altLang="ko-KR" sz="1100" b="1" dirty="0">
                <a:latin typeface="맑은 고딕"/>
                <a:ea typeface="맑은 고딕"/>
              </a:rPr>
              <a:t>.</a:t>
            </a:r>
            <a:endParaRPr lang="ko-KR" altLang="en-US" sz="1100" b="1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1A54AAD4-50E2-4FA1-9598-34FB8D946EB2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1</a:t>
            </a:fld>
            <a:endParaRPr lang="ko-KR" alt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8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524989"/>
              </p:ext>
            </p:extLst>
          </p:nvPr>
        </p:nvGraphicFramePr>
        <p:xfrm>
          <a:off x="4359275" y="908050"/>
          <a:ext cx="4533900" cy="565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5" imgW="4552950" imgH="5467350" progId="Excel.Sheet.12">
                  <p:embed/>
                </p:oleObj>
              </mc:Choice>
              <mc:Fallback>
                <p:oleObj name="Worksheet" r:id="rId5" imgW="4552950" imgH="5467350" progId="Excel.Sheet.12">
                  <p:embed/>
                  <p:pic>
                    <p:nvPicPr>
                      <p:cNvPr id="1026" name="개체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908050"/>
                        <a:ext cx="4533900" cy="5659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7A7C817-FA9B-6EED-A561-C8E5BE86FC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908050"/>
            <a:ext cx="3963988" cy="4393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2056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41402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입주 현황</a:t>
            </a:r>
          </a:p>
        </p:txBody>
      </p:sp>
      <p:sp>
        <p:nvSpPr>
          <p:cNvPr id="20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B71C9FCE-CFCF-43C5-9DFC-C5AE42320CFB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2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5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030259"/>
              </p:ext>
            </p:extLst>
          </p:nvPr>
        </p:nvGraphicFramePr>
        <p:xfrm>
          <a:off x="309562" y="1484784"/>
          <a:ext cx="8524875" cy="465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Worksheet" r:id="rId4" imgW="8220075" imgH="4581525" progId="Excel.Sheet.12">
                  <p:embed/>
                </p:oleObj>
              </mc:Choice>
              <mc:Fallback>
                <p:oleObj name="Worksheet" r:id="rId4" imgW="8220075" imgH="4581525" progId="Excel.Sheet.12">
                  <p:embed/>
                  <p:pic>
                    <p:nvPicPr>
                      <p:cNvPr id="2050" name="개체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" y="1484784"/>
                        <a:ext cx="8524875" cy="465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CA110B-DA6F-6534-5EF0-6969F2234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17" y="859631"/>
            <a:ext cx="8076499" cy="5633243"/>
          </a:xfrm>
          <a:prstGeom prst="rect">
            <a:avLst/>
          </a:prstGeom>
        </p:spPr>
      </p:pic>
      <p:grpSp>
        <p:nvGrpSpPr>
          <p:cNvPr id="1536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1537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위치도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275856" y="2780928"/>
            <a:ext cx="1152128" cy="11521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0839ADFE-316A-4AB9-8599-79AFEC477FAA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3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89227A-CC5A-2F95-510C-C639FFD1F6B6}"/>
              </a:ext>
            </a:extLst>
          </p:cNvPr>
          <p:cNvSpPr/>
          <p:nvPr/>
        </p:nvSpPr>
        <p:spPr>
          <a:xfrm rot="1138282">
            <a:off x="4886578" y="4420461"/>
            <a:ext cx="1584176" cy="43204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삼전역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위치도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220072" y="4725144"/>
            <a:ext cx="1440160" cy="14401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0839ADFE-316A-4AB9-8599-79AFEC477FAA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4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755148-D959-C850-0DDE-698AF31A1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98" y="881321"/>
            <a:ext cx="7329110" cy="5598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현장사진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0839ADFE-316A-4AB9-8599-79AFEC477FAA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5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507A59-48B4-4E2B-D5BF-1638D8145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877067"/>
            <a:ext cx="6840760" cy="5635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F81A-0D3C-A098-C4BE-9EAEDE56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>
            <a:extLst>
              <a:ext uri="{FF2B5EF4-FFF2-40B4-BE49-F238E27FC236}">
                <a16:creationId xmlns:a16="http://schemas.microsoft.com/office/drawing/2014/main" id="{1C22DE23-D637-9D77-C0F3-41F6F42C7BAA}"/>
              </a:ext>
            </a:extLst>
          </p:cNvPr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>
              <a:extLst>
                <a:ext uri="{FF2B5EF4-FFF2-40B4-BE49-F238E27FC236}">
                  <a16:creationId xmlns:a16="http://schemas.microsoft.com/office/drawing/2014/main" id="{8F524F03-0402-2B65-7081-D9486E792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1DE8ECD3-D318-CBA5-3AB3-3846CD4C9DAE}"/>
                  </a:ext>
                </a:extLst>
              </p:cNvPr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570AC462-6DBF-AB32-4218-D8860A7EE846}"/>
                  </a:ext>
                </a:extLst>
              </p:cNvPr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2ECCAAFB-4278-C062-15DF-36AC66570043}"/>
                  </a:ext>
                </a:extLst>
              </p:cNvPr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60A8C04-06A8-1FC1-FCB6-54EA8C4CD143}"/>
                  </a:ext>
                </a:extLst>
              </p:cNvPr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EB63514-191C-FBCC-CC9F-18A3F2E1A89A}"/>
                  </a:ext>
                </a:extLst>
              </p:cNvPr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FD6556E6-7C4E-393D-FDCC-0166E0C19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>
            <a:extLst>
              <a:ext uri="{FF2B5EF4-FFF2-40B4-BE49-F238E27FC236}">
                <a16:creationId xmlns:a16="http://schemas.microsoft.com/office/drawing/2014/main" id="{732775DD-E42E-1878-30D8-3B652C7B8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현장사진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F1DD5B7E-8770-6CE7-E92E-601CD1D98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2194A214-DAF3-B241-3DF7-CAA3A094B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7" name="Rectangle 2">
            <a:extLst>
              <a:ext uri="{FF2B5EF4-FFF2-40B4-BE49-F238E27FC236}">
                <a16:creationId xmlns:a16="http://schemas.microsoft.com/office/drawing/2014/main" id="{A46AA04D-D932-574E-023C-299D14C3C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8" name="Rectangle 2">
            <a:extLst>
              <a:ext uri="{FF2B5EF4-FFF2-40B4-BE49-F238E27FC236}">
                <a16:creationId xmlns:a16="http://schemas.microsoft.com/office/drawing/2014/main" id="{B100BFEE-8F4F-871A-67B3-7D7414FC7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9" name="Rectangle 4">
            <a:extLst>
              <a:ext uri="{FF2B5EF4-FFF2-40B4-BE49-F238E27FC236}">
                <a16:creationId xmlns:a16="http://schemas.microsoft.com/office/drawing/2014/main" id="{B87250C4-260B-E147-7D5A-D6669667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C1829804-EAF7-8B3B-7903-2FBDEEFD0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9ADFE-316A-4AB9-8599-79AFEC477FAA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5C7C09-F3A0-5DCE-9B8A-9281F38C8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3" y="908720"/>
            <a:ext cx="8872143" cy="55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8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950E8B6-E5ED-1BA5-3795-A96BF3DC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8" y="883063"/>
            <a:ext cx="8816707" cy="5609811"/>
          </a:xfrm>
          <a:prstGeom prst="rect">
            <a:avLst/>
          </a:prstGeom>
        </p:spPr>
      </p:pic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현장사진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9ADFE-316A-4AB9-8599-79AFEC477FAA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왼쪽 화살표 3"/>
          <p:cNvSpPr/>
          <p:nvPr/>
        </p:nvSpPr>
        <p:spPr>
          <a:xfrm>
            <a:off x="3248132" y="2204864"/>
            <a:ext cx="718923" cy="28803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본건물</a:t>
            </a:r>
          </a:p>
        </p:txBody>
      </p:sp>
    </p:spTree>
    <p:extLst>
      <p:ext uri="{BB962C8B-B14F-4D97-AF65-F5344CB8AC3E}">
        <p14:creationId xmlns:p14="http://schemas.microsoft.com/office/powerpoint/2010/main" val="217193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9627B1E-D9B6-D2F1-C389-FE5C16822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8" y="887413"/>
            <a:ext cx="8856663" cy="5592762"/>
          </a:xfrm>
          <a:prstGeom prst="rect">
            <a:avLst/>
          </a:prstGeom>
        </p:spPr>
      </p:pic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현장사진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0839ADFE-316A-4AB9-8599-79AFEC477FAA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8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4139952" y="2636912"/>
            <a:ext cx="720080" cy="2880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본건물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3F36-B48E-F0A6-567F-B416DDB7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>
            <a:extLst>
              <a:ext uri="{FF2B5EF4-FFF2-40B4-BE49-F238E27FC236}">
                <a16:creationId xmlns:a16="http://schemas.microsoft.com/office/drawing/2014/main" id="{0F0D6822-8D7E-9AAA-6861-CCB52E49DBA1}"/>
              </a:ext>
            </a:extLst>
          </p:cNvPr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>
              <a:extLst>
                <a:ext uri="{FF2B5EF4-FFF2-40B4-BE49-F238E27FC236}">
                  <a16:creationId xmlns:a16="http://schemas.microsoft.com/office/drawing/2014/main" id="{0703FC62-D282-2A31-5464-F182610761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ACDF326A-C06A-3510-8DD9-FCCB848D5BCC}"/>
                  </a:ext>
                </a:extLst>
              </p:cNvPr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854C729A-1348-DFD7-1C02-94B2C0579198}"/>
                  </a:ext>
                </a:extLst>
              </p:cNvPr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05F70070-8680-C289-6F33-D882836D5046}"/>
                  </a:ext>
                </a:extLst>
              </p:cNvPr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3B44D1CC-FB37-376C-53E2-0EC2E92F2570}"/>
                  </a:ext>
                </a:extLst>
              </p:cNvPr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1EB06FC-1BAA-6155-CBB3-C03D9FFCA57B}"/>
                  </a:ext>
                </a:extLst>
              </p:cNvPr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5993E2B2-6717-B68C-79CB-1493520A1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5363" name="TextBox 5">
            <a:extLst>
              <a:ext uri="{FF2B5EF4-FFF2-40B4-BE49-F238E27FC236}">
                <a16:creationId xmlns:a16="http://schemas.microsoft.com/office/drawing/2014/main" id="{382C4E6F-E267-685B-5945-A10546153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88913"/>
            <a:ext cx="45005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현장사진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E0DDA6C-FC2E-2A84-9EFB-412DC7200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4218F497-6DC1-BE83-B6D9-F8D4A9308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7" name="Rectangle 2">
            <a:extLst>
              <a:ext uri="{FF2B5EF4-FFF2-40B4-BE49-F238E27FC236}">
                <a16:creationId xmlns:a16="http://schemas.microsoft.com/office/drawing/2014/main" id="{A8286AD1-4A03-6FE9-7D72-EFBC42522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8" name="Rectangle 2">
            <a:extLst>
              <a:ext uri="{FF2B5EF4-FFF2-40B4-BE49-F238E27FC236}">
                <a16:creationId xmlns:a16="http://schemas.microsoft.com/office/drawing/2014/main" id="{B148D39E-7D09-76CE-DDCA-3DF52D35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5369" name="Rectangle 4">
            <a:extLst>
              <a:ext uri="{FF2B5EF4-FFF2-40B4-BE49-F238E27FC236}">
                <a16:creationId xmlns:a16="http://schemas.microsoft.com/office/drawing/2014/main" id="{C6C43EC0-BE97-8042-BCE0-E7592C292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5AC33BC1-FFFE-F526-5639-80D0354295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9ADFE-316A-4AB9-8599-79AFEC477FAA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FDE906-E0CA-66D7-44F4-C4F965841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4" y="895349"/>
            <a:ext cx="8813344" cy="558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5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17416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7411" name="TextBox 5"/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토지이용계획원</a:t>
            </a: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87611C2E-A2A4-4707-AE90-2EBCF8481EAA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10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DB31F-B96C-091C-EC6D-C79130458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26" y="836613"/>
            <a:ext cx="7499190" cy="5643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5230-5EF8-1181-16FB-EFAFCB41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그룹 13">
            <a:extLst>
              <a:ext uri="{FF2B5EF4-FFF2-40B4-BE49-F238E27FC236}">
                <a16:creationId xmlns:a16="http://schemas.microsoft.com/office/drawing/2014/main" id="{1D640B11-0D4E-8EF2-23BE-0E1157F86128}"/>
              </a:ext>
            </a:extLst>
          </p:cNvPr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17416" name="그룹 3">
              <a:extLst>
                <a:ext uri="{FF2B5EF4-FFF2-40B4-BE49-F238E27FC236}">
                  <a16:creationId xmlns:a16="http://schemas.microsoft.com/office/drawing/2014/main" id="{310F3FDC-89A7-1912-5160-637A565FA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2339ACE-62B3-AB9E-1DFD-0C809E59F53D}"/>
                  </a:ext>
                </a:extLst>
              </p:cNvPr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6711322E-77F0-B3D2-F33A-32CA7EDD9160}"/>
                  </a:ext>
                </a:extLst>
              </p:cNvPr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ADB7B320-D972-B29B-75A9-F89D401F8ABC}"/>
                  </a:ext>
                </a:extLst>
              </p:cNvPr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0744ADB-EE82-DB04-B498-4CF4A12EAC45}"/>
                  </a:ext>
                </a:extLst>
              </p:cNvPr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5BD1BA2-DB9B-0846-92C0-E7CEF22E3D69}"/>
                  </a:ext>
                </a:extLst>
              </p:cNvPr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44DFB28C-591F-387A-B14C-67CA34EE9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7411" name="TextBox 5">
            <a:extLst>
              <a:ext uri="{FF2B5EF4-FFF2-40B4-BE49-F238E27FC236}">
                <a16:creationId xmlns:a16="http://schemas.microsoft.com/office/drawing/2014/main" id="{D59605D4-2CB4-22FF-05D2-EF21C0E95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토지이용계획원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90109363-2D33-00E4-8F5E-72C54A652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64A36C09-3FAC-A9ED-7C8E-9C4F5B41C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401EBC8-61BC-A449-5AC5-7158FFDCBA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611C2E-A2A4-4707-AE90-2EBCF8481EAA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FB113-F452-FD97-CD91-88A1B7595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860780"/>
            <a:ext cx="7449321" cy="561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0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18440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3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건축물대장 </a:t>
            </a:r>
            <a:r>
              <a:rPr kumimoji="0" lang="en-US" altLang="ko-KR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(1)</a:t>
            </a:r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E223A32B-460D-49A6-9895-CB31B228DE71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12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CD2B98-B64F-D624-2654-63E9B210C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4" y="913019"/>
            <a:ext cx="8888223" cy="55671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19464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건축물대장 </a:t>
            </a:r>
            <a:r>
              <a:rPr kumimoji="0" lang="en-US" altLang="ko-KR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(2)</a:t>
            </a:r>
            <a:r>
              <a:rPr kumimoji="0" lang="ko-KR" altLang="en-US" sz="2200" b="1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C3679543-4CEE-4079-9B1A-59226D3C28E9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13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8B615D-68AC-7379-86ED-2967EF1C4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98" y="881480"/>
            <a:ext cx="8064897" cy="5598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/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건축물대장 </a:t>
            </a:r>
            <a:r>
              <a:rPr kumimoji="0" lang="en-US" altLang="ko-KR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(3)</a:t>
            </a:r>
            <a:r>
              <a:rPr kumimoji="0" lang="ko-KR" altLang="en-US" sz="2200" b="1" dirty="0">
                <a:solidFill>
                  <a:srgbClr val="FFFF99"/>
                </a:solidFill>
                <a:latin typeface="HY동녘B" pitchFamily="18" charset="-127"/>
                <a:ea typeface="HY동녘B" pitchFamily="18" charset="-127"/>
              </a:rPr>
              <a:t> 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>
              <a:defRPr/>
            </a:pPr>
            <a:fld id="{C3679543-4CEE-4079-9B1A-59226D3C28E9}" type="slidenum">
              <a:rPr lang="ko-KR" altLang="en-US" b="1" smtClean="0">
                <a:solidFill>
                  <a:schemeClr val="tx2">
                    <a:lumMod val="75000"/>
                  </a:schemeClr>
                </a:solidFill>
              </a:rPr>
              <a:pPr>
                <a:defRPr/>
              </a:pPr>
              <a:t>14</a:t>
            </a:fld>
            <a:endParaRPr lang="ko-KR" altLang="en-US" b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C5F76A-D407-B4BA-9BC2-DE32D26B0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17" y="1001712"/>
            <a:ext cx="8829952" cy="523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/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/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/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건축물대장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(4)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 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679543-4CEE-4079-9B1A-59226D3C28E9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06C170-A938-8FA8-C029-383E3DFF7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2" y="939031"/>
            <a:ext cx="8830121" cy="544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3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3DB82-4AD1-0732-87DF-DD95EE92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3">
            <a:extLst>
              <a:ext uri="{FF2B5EF4-FFF2-40B4-BE49-F238E27FC236}">
                <a16:creationId xmlns:a16="http://schemas.microsoft.com/office/drawing/2014/main" id="{7BDD6678-EDD8-AA6A-3546-A51394DA080A}"/>
              </a:ext>
            </a:extLst>
          </p:cNvPr>
          <p:cNvGrpSpPr>
            <a:grpSpLocks/>
          </p:cNvGrpSpPr>
          <p:nvPr/>
        </p:nvGrpSpPr>
        <p:grpSpPr bwMode="auto">
          <a:xfrm>
            <a:off x="-71438" y="-71438"/>
            <a:ext cx="9215438" cy="928688"/>
            <a:chOff x="-71470" y="-71462"/>
            <a:chExt cx="9215470" cy="928694"/>
          </a:xfrm>
        </p:grpSpPr>
        <p:grpSp>
          <p:nvGrpSpPr>
            <p:cNvPr id="3" name="그룹 3">
              <a:extLst>
                <a:ext uri="{FF2B5EF4-FFF2-40B4-BE49-F238E27FC236}">
                  <a16:creationId xmlns:a16="http://schemas.microsoft.com/office/drawing/2014/main" id="{9CFCDA9F-CFC9-F4D2-E6B7-23A0C94573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2" y="-24"/>
              <a:ext cx="9144032" cy="828000"/>
              <a:chOff x="-32" y="-24"/>
              <a:chExt cx="9144032" cy="857256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11AF422-4868-76CD-F2AC-3F890B6A4258}"/>
                  </a:ext>
                </a:extLst>
              </p:cNvPr>
              <p:cNvSpPr/>
              <p:nvPr/>
            </p:nvSpPr>
            <p:spPr>
              <a:xfrm>
                <a:off x="-32" y="-24"/>
                <a:ext cx="9144032" cy="85796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D9766BDD-880E-8EEA-EB96-101833D75D2E}"/>
                  </a:ext>
                </a:extLst>
              </p:cNvPr>
              <p:cNvCxnSpPr/>
              <p:nvPr/>
            </p:nvCxnSpPr>
            <p:spPr>
              <a:xfrm>
                <a:off x="-32" y="825064"/>
                <a:ext cx="9144032" cy="164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A8706A3D-413C-5070-A5E7-0219490DC52B}"/>
                  </a:ext>
                </a:extLst>
              </p:cNvPr>
              <p:cNvCxnSpPr/>
              <p:nvPr/>
            </p:nvCxnSpPr>
            <p:spPr>
              <a:xfrm>
                <a:off x="-32" y="783974"/>
                <a:ext cx="9144032" cy="1643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FEDD869-9150-2F19-E8AB-0F34667045A4}"/>
                  </a:ext>
                </a:extLst>
              </p:cNvPr>
              <p:cNvSpPr/>
              <p:nvPr/>
            </p:nvSpPr>
            <p:spPr>
              <a:xfrm>
                <a:off x="-32" y="-24"/>
                <a:ext cx="7215213" cy="844811"/>
              </a:xfrm>
              <a:prstGeom prst="rect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D8668C22-4CD5-DC4F-1CEB-CC4AF111FAC2}"/>
                  </a:ext>
                </a:extLst>
              </p:cNvPr>
              <p:cNvSpPr/>
              <p:nvPr/>
            </p:nvSpPr>
            <p:spPr>
              <a:xfrm>
                <a:off x="-32" y="-24"/>
                <a:ext cx="5759470" cy="844811"/>
              </a:xfrm>
              <a:prstGeom prst="rect">
                <a:avLst/>
              </a:prstGeom>
              <a:solidFill>
                <a:schemeClr val="bg1">
                  <a:lumMod val="75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3" name="그림 12" descr="사본 -홍콩01.jpg">
              <a:extLst>
                <a:ext uri="{FF2B5EF4-FFF2-40B4-BE49-F238E27FC236}">
                  <a16:creationId xmlns:a16="http://schemas.microsoft.com/office/drawing/2014/main" id="{09B3B82D-5DAC-5006-4CE2-3E75D0911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</a:blip>
            <a:stretch>
              <a:fillRect/>
            </a:stretch>
          </p:blipFill>
          <p:spPr>
            <a:xfrm>
              <a:off x="-71470" y="-71462"/>
              <a:ext cx="4786314" cy="928694"/>
            </a:xfrm>
            <a:prstGeom prst="rect">
              <a:avLst/>
            </a:prstGeom>
            <a:ln>
              <a:noFill/>
            </a:ln>
            <a:effectLst>
              <a:softEdge rad="127000"/>
            </a:effectLst>
          </p:spPr>
        </p:pic>
      </p:grpSp>
      <p:sp>
        <p:nvSpPr>
          <p:cNvPr id="19459" name="TextBox 5">
            <a:extLst>
              <a:ext uri="{FF2B5EF4-FFF2-40B4-BE49-F238E27FC236}">
                <a16:creationId xmlns:a16="http://schemas.microsoft.com/office/drawing/2014/main" id="{9BD44370-8C62-F006-73CA-292A6F39A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285750"/>
            <a:ext cx="45005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건축물대장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(5)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HY동녘B" pitchFamily="18" charset="-127"/>
                <a:ea typeface="HY동녘B" pitchFamily="18" charset="-127"/>
                <a:cs typeface="+mn-cs"/>
              </a:rPr>
              <a:t> 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98E0730-F63F-33CD-4A73-8E72CC23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82EB8C4F-A409-6C2D-FC82-3D8C35CA5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3BD631A-B283-A531-51E2-9F7B9530A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04025" y="6492875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679543-4CEE-4079-9B1A-59226D3C28E9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AA81C8-EF70-32CC-2E8B-76FF424EF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4" y="1000695"/>
            <a:ext cx="8889714" cy="53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73</Words>
  <Application>Microsoft Office PowerPoint</Application>
  <PresentationFormat>화면 슬라이드 쇼(4:3)</PresentationFormat>
  <Paragraphs>39</Paragraphs>
  <Slides>16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HY동녘B</vt:lpstr>
      <vt:lpstr>굴림</vt:lpstr>
      <vt:lpstr>맑은 고딕</vt:lpstr>
      <vt:lpstr>Arial</vt:lpstr>
      <vt:lpstr>Office 테마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PC1</dc:creator>
  <cp:lastModifiedBy>창익 김</cp:lastModifiedBy>
  <cp:revision>219</cp:revision>
  <cp:lastPrinted>2019-06-21T01:53:32Z</cp:lastPrinted>
  <dcterms:created xsi:type="dcterms:W3CDTF">2009-03-16T19:35:43Z</dcterms:created>
  <dcterms:modified xsi:type="dcterms:W3CDTF">2025-09-24T23:22:27Z</dcterms:modified>
</cp:coreProperties>
</file>