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08" r:id="rId2"/>
    <p:sldId id="268" r:id="rId3"/>
    <p:sldId id="285" r:id="rId4"/>
    <p:sldId id="286" r:id="rId5"/>
    <p:sldId id="290" r:id="rId6"/>
    <p:sldId id="289" r:id="rId7"/>
    <p:sldId id="265" r:id="rId8"/>
  </p:sldIdLst>
  <p:sldSz cx="9144000" cy="6858000" type="screen4x3"/>
  <p:notesSz cx="6889750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57">
          <p15:clr>
            <a:srgbClr val="A4A3A4"/>
          </p15:clr>
        </p15:guide>
        <p15:guide id="4" pos="217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CCECFF"/>
    <a:srgbClr val="FF99FF"/>
    <a:srgbClr val="CCCC00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558" autoAdjust="0"/>
  </p:normalViewPr>
  <p:slideViewPr>
    <p:cSldViewPr>
      <p:cViewPr varScale="1">
        <p:scale>
          <a:sx n="85" d="100"/>
          <a:sy n="85" d="100"/>
        </p:scale>
        <p:origin x="137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2016" y="-84"/>
      </p:cViewPr>
      <p:guideLst>
        <p:guide orient="horz" pos="2880"/>
        <p:guide pos="2160"/>
        <p:guide orient="horz" pos="3157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6420E927-D135-4ABC-9ED8-4B654256F7AF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10150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760397"/>
            <a:ext cx="5511800" cy="4509850"/>
          </a:xfrm>
          <a:prstGeom prst="rect">
            <a:avLst/>
          </a:prstGeom>
        </p:spPr>
        <p:txBody>
          <a:bodyPr vert="horz" lIns="96634" tIns="48317" rIns="96634" bIns="48317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9054"/>
            <a:ext cx="2985558" cy="50109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597" y="9519054"/>
            <a:ext cx="2985558" cy="50109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B190217-530D-4F1F-B172-3F8C4AA629F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26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90217-530D-4F1F-B172-3F8C4AA629FA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5B10-DB95-4646-B6EE-E58DB019DFC2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5778-9A0D-4232-A291-DAEEF89E4B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5B10-DB95-4646-B6EE-E58DB019DFC2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5778-9A0D-4232-A291-DAEEF89E4B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5B10-DB95-4646-B6EE-E58DB019DFC2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5778-9A0D-4232-A291-DAEEF89E4B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5B10-DB95-4646-B6EE-E58DB019DFC2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5778-9A0D-4232-A291-DAEEF89E4B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5B10-DB95-4646-B6EE-E58DB019DFC2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5778-9A0D-4232-A291-DAEEF89E4B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5B10-DB95-4646-B6EE-E58DB019DFC2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5778-9A0D-4232-A291-DAEEF89E4B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5B10-DB95-4646-B6EE-E58DB019DFC2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5778-9A0D-4232-A291-DAEEF89E4B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5B10-DB95-4646-B6EE-E58DB019DFC2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5778-9A0D-4232-A291-DAEEF89E4B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5B10-DB95-4646-B6EE-E58DB019DFC2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5778-9A0D-4232-A291-DAEEF89E4B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5B10-DB95-4646-B6EE-E58DB019DFC2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5778-9A0D-4232-A291-DAEEF89E4B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5B10-DB95-4646-B6EE-E58DB019DFC2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5778-9A0D-4232-A291-DAEEF89E4B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95B10-DB95-4646-B6EE-E58DB019DFC2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65778-9A0D-4232-A291-DAEEF89E4B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모서리가 둥근 직사각형 43"/>
          <p:cNvSpPr/>
          <p:nvPr/>
        </p:nvSpPr>
        <p:spPr>
          <a:xfrm>
            <a:off x="3714715" y="263769"/>
            <a:ext cx="5077593" cy="633048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sp>
        <p:nvSpPr>
          <p:cNvPr id="69" name="직사각형 68"/>
          <p:cNvSpPr/>
          <p:nvPr/>
        </p:nvSpPr>
        <p:spPr>
          <a:xfrm>
            <a:off x="0" y="3276188"/>
            <a:ext cx="9144000" cy="33753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62" dirty="0"/>
              <a:t>    </a:t>
            </a:r>
            <a:endParaRPr lang="ko-KR" altLang="en-US" sz="1662" dirty="0"/>
          </a:p>
        </p:txBody>
      </p:sp>
      <p:grpSp>
        <p:nvGrpSpPr>
          <p:cNvPr id="2" name="그룹 48"/>
          <p:cNvGrpSpPr/>
          <p:nvPr/>
        </p:nvGrpSpPr>
        <p:grpSpPr>
          <a:xfrm>
            <a:off x="153837" y="2925041"/>
            <a:ext cx="5737020" cy="3867046"/>
            <a:chOff x="1" y="3302222"/>
            <a:chExt cx="6215105" cy="3555778"/>
          </a:xfrm>
        </p:grpSpPr>
        <p:pic>
          <p:nvPicPr>
            <p:cNvPr id="37" name="그림 36" descr="서울03.jpg"/>
            <p:cNvPicPr>
              <a:picLocks noChangeAspect="1"/>
            </p:cNvPicPr>
            <p:nvPr/>
          </p:nvPicPr>
          <p:blipFill>
            <a:blip r:embed="rId2" cstate="print">
              <a:grayscl/>
              <a:lum bright="5000" contrast="20000"/>
            </a:blip>
            <a:stretch>
              <a:fillRect/>
            </a:stretch>
          </p:blipFill>
          <p:spPr>
            <a:xfrm>
              <a:off x="1" y="3973030"/>
              <a:ext cx="5448272" cy="2884970"/>
            </a:xfrm>
            <a:prstGeom prst="rect">
              <a:avLst/>
            </a:prstGeom>
            <a:effectLst>
              <a:softEdge rad="635000"/>
            </a:effectLst>
          </p:spPr>
        </p:pic>
        <p:sp>
          <p:nvSpPr>
            <p:cNvPr id="48" name="자유형 47"/>
            <p:cNvSpPr/>
            <p:nvPr/>
          </p:nvSpPr>
          <p:spPr>
            <a:xfrm>
              <a:off x="1845188" y="3588368"/>
              <a:ext cx="4369918" cy="3042608"/>
            </a:xfrm>
            <a:custGeom>
              <a:avLst/>
              <a:gdLst>
                <a:gd name="connsiteX0" fmla="*/ 4894521 w 4894521"/>
                <a:gd name="connsiteY0" fmla="*/ 116958 h 1605516"/>
                <a:gd name="connsiteX1" fmla="*/ 1683488 w 4894521"/>
                <a:gd name="connsiteY1" fmla="*/ 1531088 h 1605516"/>
                <a:gd name="connsiteX2" fmla="*/ 524539 w 4894521"/>
                <a:gd name="connsiteY2" fmla="*/ 563525 h 1605516"/>
                <a:gd name="connsiteX3" fmla="*/ 4830725 w 4894521"/>
                <a:gd name="connsiteY3" fmla="*/ 0 h 1605516"/>
                <a:gd name="connsiteX0" fmla="*/ 4384550 w 4384550"/>
                <a:gd name="connsiteY0" fmla="*/ 116958 h 1605516"/>
                <a:gd name="connsiteX1" fmla="*/ 1173517 w 4384550"/>
                <a:gd name="connsiteY1" fmla="*/ 1531088 h 1605516"/>
                <a:gd name="connsiteX2" fmla="*/ 14568 w 4384550"/>
                <a:gd name="connsiteY2" fmla="*/ 563525 h 1605516"/>
                <a:gd name="connsiteX3" fmla="*/ 1086106 w 4384550"/>
                <a:gd name="connsiteY3" fmla="*/ 1195811 h 1605516"/>
                <a:gd name="connsiteX4" fmla="*/ 4320754 w 4384550"/>
                <a:gd name="connsiteY4" fmla="*/ 0 h 1605516"/>
                <a:gd name="connsiteX0" fmla="*/ 4384550 w 4384550"/>
                <a:gd name="connsiteY0" fmla="*/ 402734 h 1891292"/>
                <a:gd name="connsiteX1" fmla="*/ 1173517 w 4384550"/>
                <a:gd name="connsiteY1" fmla="*/ 1816864 h 1891292"/>
                <a:gd name="connsiteX2" fmla="*/ 14568 w 4384550"/>
                <a:gd name="connsiteY2" fmla="*/ 849301 h 1891292"/>
                <a:gd name="connsiteX3" fmla="*/ 1086106 w 4384550"/>
                <a:gd name="connsiteY3" fmla="*/ 1481587 h 1891292"/>
                <a:gd name="connsiteX4" fmla="*/ 4034970 w 4384550"/>
                <a:gd name="connsiteY4" fmla="*/ 0 h 1891292"/>
                <a:gd name="connsiteX0" fmla="*/ 4384550 w 4384550"/>
                <a:gd name="connsiteY0" fmla="*/ 402734 h 1891292"/>
                <a:gd name="connsiteX1" fmla="*/ 1173517 w 4384550"/>
                <a:gd name="connsiteY1" fmla="*/ 1816864 h 1891292"/>
                <a:gd name="connsiteX2" fmla="*/ 14568 w 4384550"/>
                <a:gd name="connsiteY2" fmla="*/ 849301 h 1891292"/>
                <a:gd name="connsiteX3" fmla="*/ 1086106 w 4384550"/>
                <a:gd name="connsiteY3" fmla="*/ 1481587 h 1891292"/>
                <a:gd name="connsiteX4" fmla="*/ 4034970 w 4384550"/>
                <a:gd name="connsiteY4" fmla="*/ 0 h 1891292"/>
                <a:gd name="connsiteX0" fmla="*/ 4384550 w 4384550"/>
                <a:gd name="connsiteY0" fmla="*/ 402734 h 1891292"/>
                <a:gd name="connsiteX1" fmla="*/ 1173517 w 4384550"/>
                <a:gd name="connsiteY1" fmla="*/ 1816864 h 1891292"/>
                <a:gd name="connsiteX2" fmla="*/ 14568 w 4384550"/>
                <a:gd name="connsiteY2" fmla="*/ 849301 h 1891292"/>
                <a:gd name="connsiteX3" fmla="*/ 1086106 w 4384550"/>
                <a:gd name="connsiteY3" fmla="*/ 1481587 h 1891292"/>
                <a:gd name="connsiteX4" fmla="*/ 1099088 w 4384550"/>
                <a:gd name="connsiteY4" fmla="*/ 1455357 h 1891292"/>
                <a:gd name="connsiteX5" fmla="*/ 4034970 w 4384550"/>
                <a:gd name="connsiteY5" fmla="*/ 0 h 1891292"/>
                <a:gd name="connsiteX0" fmla="*/ 4384550 w 4384550"/>
                <a:gd name="connsiteY0" fmla="*/ 402734 h 1891292"/>
                <a:gd name="connsiteX1" fmla="*/ 1173517 w 4384550"/>
                <a:gd name="connsiteY1" fmla="*/ 1816864 h 1891292"/>
                <a:gd name="connsiteX2" fmla="*/ 14568 w 4384550"/>
                <a:gd name="connsiteY2" fmla="*/ 849301 h 1891292"/>
                <a:gd name="connsiteX3" fmla="*/ 1086106 w 4384550"/>
                <a:gd name="connsiteY3" fmla="*/ 1481587 h 1891292"/>
                <a:gd name="connsiteX4" fmla="*/ 4034970 w 4384550"/>
                <a:gd name="connsiteY4" fmla="*/ 0 h 1891292"/>
                <a:gd name="connsiteX0" fmla="*/ 4384550 w 4384550"/>
                <a:gd name="connsiteY0" fmla="*/ 402734 h 1891292"/>
                <a:gd name="connsiteX1" fmla="*/ 1173517 w 4384550"/>
                <a:gd name="connsiteY1" fmla="*/ 1816864 h 1891292"/>
                <a:gd name="connsiteX2" fmla="*/ 14568 w 4384550"/>
                <a:gd name="connsiteY2" fmla="*/ 849301 h 1891292"/>
                <a:gd name="connsiteX3" fmla="*/ 1086106 w 4384550"/>
                <a:gd name="connsiteY3" fmla="*/ 1481587 h 1891292"/>
                <a:gd name="connsiteX4" fmla="*/ 4034970 w 4384550"/>
                <a:gd name="connsiteY4" fmla="*/ 0 h 1891292"/>
                <a:gd name="connsiteX0" fmla="*/ 4384551 w 4384551"/>
                <a:gd name="connsiteY0" fmla="*/ 402734 h 1748392"/>
                <a:gd name="connsiteX1" fmla="*/ 1173518 w 4384551"/>
                <a:gd name="connsiteY1" fmla="*/ 1673964 h 1748392"/>
                <a:gd name="connsiteX2" fmla="*/ 14569 w 4384551"/>
                <a:gd name="connsiteY2" fmla="*/ 849301 h 1748392"/>
                <a:gd name="connsiteX3" fmla="*/ 1086107 w 4384551"/>
                <a:gd name="connsiteY3" fmla="*/ 1481587 h 1748392"/>
                <a:gd name="connsiteX4" fmla="*/ 4034971 w 4384551"/>
                <a:gd name="connsiteY4" fmla="*/ 0 h 1748392"/>
                <a:gd name="connsiteX0" fmla="*/ 4384551 w 4541236"/>
                <a:gd name="connsiteY0" fmla="*/ 402734 h 1690636"/>
                <a:gd name="connsiteX1" fmla="*/ 4006064 w 4541236"/>
                <a:gd name="connsiteY1" fmla="*/ 749267 h 1690636"/>
                <a:gd name="connsiteX2" fmla="*/ 1173518 w 4541236"/>
                <a:gd name="connsiteY2" fmla="*/ 1673964 h 1690636"/>
                <a:gd name="connsiteX3" fmla="*/ 14569 w 4541236"/>
                <a:gd name="connsiteY3" fmla="*/ 849301 h 1690636"/>
                <a:gd name="connsiteX4" fmla="*/ 1086107 w 4541236"/>
                <a:gd name="connsiteY4" fmla="*/ 1481587 h 1690636"/>
                <a:gd name="connsiteX5" fmla="*/ 4034971 w 4541236"/>
                <a:gd name="connsiteY5" fmla="*/ 0 h 1690636"/>
                <a:gd name="connsiteX0" fmla="*/ 4384551 w 4384551"/>
                <a:gd name="connsiteY0" fmla="*/ 402734 h 1748392"/>
                <a:gd name="connsiteX1" fmla="*/ 1173518 w 4384551"/>
                <a:gd name="connsiteY1" fmla="*/ 1673964 h 1748392"/>
                <a:gd name="connsiteX2" fmla="*/ 14569 w 4384551"/>
                <a:gd name="connsiteY2" fmla="*/ 849301 h 1748392"/>
                <a:gd name="connsiteX3" fmla="*/ 1086107 w 4384551"/>
                <a:gd name="connsiteY3" fmla="*/ 1481587 h 1748392"/>
                <a:gd name="connsiteX4" fmla="*/ 4034971 w 4384551"/>
                <a:gd name="connsiteY4" fmla="*/ 0 h 1748392"/>
                <a:gd name="connsiteX0" fmla="*/ 4098767 w 4098767"/>
                <a:gd name="connsiteY0" fmla="*/ 617024 h 1712677"/>
                <a:gd name="connsiteX1" fmla="*/ 1173518 w 4098767"/>
                <a:gd name="connsiteY1" fmla="*/ 1673964 h 1712677"/>
                <a:gd name="connsiteX2" fmla="*/ 14569 w 4098767"/>
                <a:gd name="connsiteY2" fmla="*/ 849301 h 1712677"/>
                <a:gd name="connsiteX3" fmla="*/ 1086107 w 4098767"/>
                <a:gd name="connsiteY3" fmla="*/ 1481587 h 1712677"/>
                <a:gd name="connsiteX4" fmla="*/ 4034971 w 4098767"/>
                <a:gd name="connsiteY4" fmla="*/ 0 h 1712677"/>
                <a:gd name="connsiteX0" fmla="*/ 4105343 w 4105343"/>
                <a:gd name="connsiteY0" fmla="*/ 617024 h 1712677"/>
                <a:gd name="connsiteX1" fmla="*/ 1180094 w 4105343"/>
                <a:gd name="connsiteY1" fmla="*/ 1673964 h 1712677"/>
                <a:gd name="connsiteX2" fmla="*/ 21145 w 4105343"/>
                <a:gd name="connsiteY2" fmla="*/ 849301 h 1712677"/>
                <a:gd name="connsiteX3" fmla="*/ 1306965 w 4105343"/>
                <a:gd name="connsiteY3" fmla="*/ 1481587 h 1712677"/>
                <a:gd name="connsiteX4" fmla="*/ 4041547 w 4105343"/>
                <a:gd name="connsiteY4" fmla="*/ 0 h 1712677"/>
                <a:gd name="connsiteX0" fmla="*/ 4105343 w 4105343"/>
                <a:gd name="connsiteY0" fmla="*/ 617024 h 1712677"/>
                <a:gd name="connsiteX1" fmla="*/ 1180094 w 4105343"/>
                <a:gd name="connsiteY1" fmla="*/ 1673964 h 1712677"/>
                <a:gd name="connsiteX2" fmla="*/ 21145 w 4105343"/>
                <a:gd name="connsiteY2" fmla="*/ 849301 h 1712677"/>
                <a:gd name="connsiteX3" fmla="*/ 1306965 w 4105343"/>
                <a:gd name="connsiteY3" fmla="*/ 1481587 h 1712677"/>
                <a:gd name="connsiteX4" fmla="*/ 4041547 w 4105343"/>
                <a:gd name="connsiteY4" fmla="*/ 0 h 1712677"/>
                <a:gd name="connsiteX0" fmla="*/ 4105343 w 4105343"/>
                <a:gd name="connsiteY0" fmla="*/ 617024 h 1760298"/>
                <a:gd name="connsiteX1" fmla="*/ 1180094 w 4105343"/>
                <a:gd name="connsiteY1" fmla="*/ 1673964 h 1760298"/>
                <a:gd name="connsiteX2" fmla="*/ 21145 w 4105343"/>
                <a:gd name="connsiteY2" fmla="*/ 1135029 h 1760298"/>
                <a:gd name="connsiteX3" fmla="*/ 1306965 w 4105343"/>
                <a:gd name="connsiteY3" fmla="*/ 1481587 h 1760298"/>
                <a:gd name="connsiteX4" fmla="*/ 4041547 w 4105343"/>
                <a:gd name="connsiteY4" fmla="*/ 0 h 1760298"/>
                <a:gd name="connsiteX0" fmla="*/ 4086871 w 4086871"/>
                <a:gd name="connsiteY0" fmla="*/ 617024 h 1760298"/>
                <a:gd name="connsiteX1" fmla="*/ 1161622 w 4086871"/>
                <a:gd name="connsiteY1" fmla="*/ 1673964 h 1760298"/>
                <a:gd name="connsiteX2" fmla="*/ 2673 w 4086871"/>
                <a:gd name="connsiteY2" fmla="*/ 1135029 h 1760298"/>
                <a:gd name="connsiteX3" fmla="*/ 1145585 w 4086871"/>
                <a:gd name="connsiteY3" fmla="*/ 1481587 h 1760298"/>
                <a:gd name="connsiteX4" fmla="*/ 4023075 w 4086871"/>
                <a:gd name="connsiteY4" fmla="*/ 0 h 1760298"/>
                <a:gd name="connsiteX0" fmla="*/ 4086871 w 4086871"/>
                <a:gd name="connsiteY0" fmla="*/ 902800 h 2046074"/>
                <a:gd name="connsiteX1" fmla="*/ 1161622 w 4086871"/>
                <a:gd name="connsiteY1" fmla="*/ 1959740 h 2046074"/>
                <a:gd name="connsiteX2" fmla="*/ 2673 w 4086871"/>
                <a:gd name="connsiteY2" fmla="*/ 1420805 h 2046074"/>
                <a:gd name="connsiteX3" fmla="*/ 1145585 w 4086871"/>
                <a:gd name="connsiteY3" fmla="*/ 1767363 h 2046074"/>
                <a:gd name="connsiteX4" fmla="*/ 3880167 w 4086871"/>
                <a:gd name="connsiteY4" fmla="*/ 0 h 2046074"/>
                <a:gd name="connsiteX0" fmla="*/ 3872525 w 3880167"/>
                <a:gd name="connsiteY0" fmla="*/ 902800 h 2046074"/>
                <a:gd name="connsiteX1" fmla="*/ 1161622 w 3880167"/>
                <a:gd name="connsiteY1" fmla="*/ 1959740 h 2046074"/>
                <a:gd name="connsiteX2" fmla="*/ 2673 w 3880167"/>
                <a:gd name="connsiteY2" fmla="*/ 1420805 h 2046074"/>
                <a:gd name="connsiteX3" fmla="*/ 1145585 w 3880167"/>
                <a:gd name="connsiteY3" fmla="*/ 1767363 h 2046074"/>
                <a:gd name="connsiteX4" fmla="*/ 3880167 w 3880167"/>
                <a:gd name="connsiteY4" fmla="*/ 0 h 2046074"/>
                <a:gd name="connsiteX0" fmla="*/ 4729749 w 4729749"/>
                <a:gd name="connsiteY0" fmla="*/ 0 h 2226778"/>
                <a:gd name="connsiteX1" fmla="*/ 1161622 w 4729749"/>
                <a:gd name="connsiteY1" fmla="*/ 1985658 h 2226778"/>
                <a:gd name="connsiteX2" fmla="*/ 2673 w 4729749"/>
                <a:gd name="connsiteY2" fmla="*/ 1446723 h 2226778"/>
                <a:gd name="connsiteX3" fmla="*/ 1145585 w 4729749"/>
                <a:gd name="connsiteY3" fmla="*/ 1793281 h 2226778"/>
                <a:gd name="connsiteX4" fmla="*/ 3880167 w 4729749"/>
                <a:gd name="connsiteY4" fmla="*/ 25918 h 2226778"/>
                <a:gd name="connsiteX0" fmla="*/ 4729749 w 4729749"/>
                <a:gd name="connsiteY0" fmla="*/ 0 h 2018960"/>
                <a:gd name="connsiteX1" fmla="*/ 1161622 w 4729749"/>
                <a:gd name="connsiteY1" fmla="*/ 1985658 h 2018960"/>
                <a:gd name="connsiteX2" fmla="*/ 2673 w 4729749"/>
                <a:gd name="connsiteY2" fmla="*/ 1446723 h 2018960"/>
                <a:gd name="connsiteX3" fmla="*/ 1145585 w 4729749"/>
                <a:gd name="connsiteY3" fmla="*/ 1793281 h 2018960"/>
                <a:gd name="connsiteX4" fmla="*/ 3880167 w 4729749"/>
                <a:gd name="connsiteY4" fmla="*/ 25918 h 2018960"/>
                <a:gd name="connsiteX0" fmla="*/ 4860713 w 4860713"/>
                <a:gd name="connsiteY0" fmla="*/ 0 h 2018960"/>
                <a:gd name="connsiteX1" fmla="*/ 2078372 w 4860713"/>
                <a:gd name="connsiteY1" fmla="*/ 1985658 h 2018960"/>
                <a:gd name="connsiteX2" fmla="*/ 133637 w 4860713"/>
                <a:gd name="connsiteY2" fmla="*/ 1446723 h 2018960"/>
                <a:gd name="connsiteX3" fmla="*/ 1276549 w 4860713"/>
                <a:gd name="connsiteY3" fmla="*/ 1793281 h 2018960"/>
                <a:gd name="connsiteX4" fmla="*/ 4011131 w 4860713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3934353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3934353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07481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07481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07481 h 2018960"/>
                <a:gd name="connsiteX4" fmla="*/ 4005759 w 4783935"/>
                <a:gd name="connsiteY4" fmla="*/ 25918 h 2018960"/>
                <a:gd name="connsiteX0" fmla="*/ 4426777 w 4426777"/>
                <a:gd name="connsiteY0" fmla="*/ 0 h 2018960"/>
                <a:gd name="connsiteX1" fmla="*/ 1644436 w 4426777"/>
                <a:gd name="connsiteY1" fmla="*/ 1985658 h 2018960"/>
                <a:gd name="connsiteX2" fmla="*/ 56859 w 4426777"/>
                <a:gd name="connsiteY2" fmla="*/ 1589575 h 2018960"/>
                <a:gd name="connsiteX3" fmla="*/ 1985589 w 4426777"/>
                <a:gd name="connsiteY3" fmla="*/ 1507481 h 2018960"/>
                <a:gd name="connsiteX4" fmla="*/ 3648601 w 4426777"/>
                <a:gd name="connsiteY4" fmla="*/ 25918 h 2018960"/>
                <a:gd name="connsiteX0" fmla="*/ 4426777 w 4426777"/>
                <a:gd name="connsiteY0" fmla="*/ 0 h 2018960"/>
                <a:gd name="connsiteX1" fmla="*/ 1644436 w 4426777"/>
                <a:gd name="connsiteY1" fmla="*/ 1985658 h 2018960"/>
                <a:gd name="connsiteX2" fmla="*/ 56859 w 4426777"/>
                <a:gd name="connsiteY2" fmla="*/ 1589575 h 2018960"/>
                <a:gd name="connsiteX3" fmla="*/ 1985589 w 4426777"/>
                <a:gd name="connsiteY3" fmla="*/ 1507481 h 2018960"/>
                <a:gd name="connsiteX4" fmla="*/ 3648601 w 4426777"/>
                <a:gd name="connsiteY4" fmla="*/ 25918 h 2018960"/>
                <a:gd name="connsiteX0" fmla="*/ 4369918 w 4369918"/>
                <a:gd name="connsiteY0" fmla="*/ 0 h 2018960"/>
                <a:gd name="connsiteX1" fmla="*/ 1587577 w 4369918"/>
                <a:gd name="connsiteY1" fmla="*/ 1985658 h 2018960"/>
                <a:gd name="connsiteX2" fmla="*/ 0 w 4369918"/>
                <a:gd name="connsiteY2" fmla="*/ 1589575 h 2018960"/>
                <a:gd name="connsiteX3" fmla="*/ 1928730 w 4369918"/>
                <a:gd name="connsiteY3" fmla="*/ 1507481 h 2018960"/>
                <a:gd name="connsiteX4" fmla="*/ 3591742 w 4369918"/>
                <a:gd name="connsiteY4" fmla="*/ 25918 h 2018960"/>
                <a:gd name="connsiteX0" fmla="*/ 4369918 w 4369918"/>
                <a:gd name="connsiteY0" fmla="*/ 0 h 2018960"/>
                <a:gd name="connsiteX1" fmla="*/ 1587577 w 4369918"/>
                <a:gd name="connsiteY1" fmla="*/ 1985658 h 2018960"/>
                <a:gd name="connsiteX2" fmla="*/ 0 w 4369918"/>
                <a:gd name="connsiteY2" fmla="*/ 1589575 h 2018960"/>
                <a:gd name="connsiteX3" fmla="*/ 1928730 w 4369918"/>
                <a:gd name="connsiteY3" fmla="*/ 1507481 h 2018960"/>
                <a:gd name="connsiteX4" fmla="*/ 3591742 w 4369918"/>
                <a:gd name="connsiteY4" fmla="*/ 25918 h 2018960"/>
                <a:gd name="connsiteX0" fmla="*/ 4369918 w 4369918"/>
                <a:gd name="connsiteY0" fmla="*/ 0 h 1985658"/>
                <a:gd name="connsiteX1" fmla="*/ 1587577 w 4369918"/>
                <a:gd name="connsiteY1" fmla="*/ 1985658 h 1985658"/>
                <a:gd name="connsiteX2" fmla="*/ 0 w 4369918"/>
                <a:gd name="connsiteY2" fmla="*/ 1589575 h 1985658"/>
                <a:gd name="connsiteX3" fmla="*/ 1928730 w 4369918"/>
                <a:gd name="connsiteY3" fmla="*/ 1507481 h 1985658"/>
                <a:gd name="connsiteX4" fmla="*/ 3591742 w 4369918"/>
                <a:gd name="connsiteY4" fmla="*/ 25918 h 1985658"/>
                <a:gd name="connsiteX0" fmla="*/ 4369918 w 4369918"/>
                <a:gd name="connsiteY0" fmla="*/ 0 h 1985658"/>
                <a:gd name="connsiteX1" fmla="*/ 1587577 w 4369918"/>
                <a:gd name="connsiteY1" fmla="*/ 1985658 h 1985658"/>
                <a:gd name="connsiteX2" fmla="*/ 0 w 4369918"/>
                <a:gd name="connsiteY2" fmla="*/ 1589575 h 1985658"/>
                <a:gd name="connsiteX3" fmla="*/ 1928730 w 4369918"/>
                <a:gd name="connsiteY3" fmla="*/ 1507481 h 1985658"/>
                <a:gd name="connsiteX4" fmla="*/ 3591742 w 4369918"/>
                <a:gd name="connsiteY4" fmla="*/ 25918 h 1985658"/>
                <a:gd name="connsiteX0" fmla="*/ 4369918 w 4369918"/>
                <a:gd name="connsiteY0" fmla="*/ 0 h 1842758"/>
                <a:gd name="connsiteX1" fmla="*/ 1730421 w 4369918"/>
                <a:gd name="connsiteY1" fmla="*/ 1842758 h 1842758"/>
                <a:gd name="connsiteX2" fmla="*/ 0 w 4369918"/>
                <a:gd name="connsiteY2" fmla="*/ 1589575 h 1842758"/>
                <a:gd name="connsiteX3" fmla="*/ 1928730 w 4369918"/>
                <a:gd name="connsiteY3" fmla="*/ 1507481 h 1842758"/>
                <a:gd name="connsiteX4" fmla="*/ 3591742 w 4369918"/>
                <a:gd name="connsiteY4" fmla="*/ 25918 h 1842758"/>
                <a:gd name="connsiteX0" fmla="*/ 4369918 w 4369918"/>
                <a:gd name="connsiteY0" fmla="*/ 0 h 1842758"/>
                <a:gd name="connsiteX1" fmla="*/ 1730421 w 4369918"/>
                <a:gd name="connsiteY1" fmla="*/ 1842758 h 1842758"/>
                <a:gd name="connsiteX2" fmla="*/ 0 w 4369918"/>
                <a:gd name="connsiteY2" fmla="*/ 1589575 h 1842758"/>
                <a:gd name="connsiteX3" fmla="*/ 1928730 w 4369918"/>
                <a:gd name="connsiteY3" fmla="*/ 1507481 h 1842758"/>
                <a:gd name="connsiteX4" fmla="*/ 3591742 w 4369918"/>
                <a:gd name="connsiteY4" fmla="*/ 25918 h 1842758"/>
                <a:gd name="connsiteX0" fmla="*/ 4369918 w 4369918"/>
                <a:gd name="connsiteY0" fmla="*/ 0 h 1842758"/>
                <a:gd name="connsiteX1" fmla="*/ 1587513 w 4369918"/>
                <a:gd name="connsiteY1" fmla="*/ 1842758 h 1842758"/>
                <a:gd name="connsiteX2" fmla="*/ 0 w 4369918"/>
                <a:gd name="connsiteY2" fmla="*/ 1589575 h 1842758"/>
                <a:gd name="connsiteX3" fmla="*/ 1928730 w 4369918"/>
                <a:gd name="connsiteY3" fmla="*/ 1507481 h 1842758"/>
                <a:gd name="connsiteX4" fmla="*/ 3591742 w 4369918"/>
                <a:gd name="connsiteY4" fmla="*/ 25918 h 1842758"/>
                <a:gd name="connsiteX0" fmla="*/ 4369918 w 4369918"/>
                <a:gd name="connsiteY0" fmla="*/ 0 h 1842758"/>
                <a:gd name="connsiteX1" fmla="*/ 1587513 w 4369918"/>
                <a:gd name="connsiteY1" fmla="*/ 1842758 h 1842758"/>
                <a:gd name="connsiteX2" fmla="*/ 0 w 4369918"/>
                <a:gd name="connsiteY2" fmla="*/ 1589575 h 1842758"/>
                <a:gd name="connsiteX3" fmla="*/ 1928730 w 4369918"/>
                <a:gd name="connsiteY3" fmla="*/ 1507481 h 1842758"/>
                <a:gd name="connsiteX4" fmla="*/ 3591742 w 4369918"/>
                <a:gd name="connsiteY4" fmla="*/ 25918 h 1842758"/>
                <a:gd name="connsiteX0" fmla="*/ 4369918 w 4369918"/>
                <a:gd name="connsiteY0" fmla="*/ 0 h 1974969"/>
                <a:gd name="connsiteX1" fmla="*/ 1587513 w 4369918"/>
                <a:gd name="connsiteY1" fmla="*/ 1842758 h 1974969"/>
                <a:gd name="connsiteX2" fmla="*/ 0 w 4369918"/>
                <a:gd name="connsiteY2" fmla="*/ 1589575 h 1974969"/>
                <a:gd name="connsiteX3" fmla="*/ 1928730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587513 w 4369918"/>
                <a:gd name="connsiteY1" fmla="*/ 1842758 h 1974969"/>
                <a:gd name="connsiteX2" fmla="*/ 0 w 4369918"/>
                <a:gd name="connsiteY2" fmla="*/ 1589575 h 1974969"/>
                <a:gd name="connsiteX3" fmla="*/ 1928730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587513 w 4369918"/>
                <a:gd name="connsiteY1" fmla="*/ 1842758 h 1974969"/>
                <a:gd name="connsiteX2" fmla="*/ 0 w 4369918"/>
                <a:gd name="connsiteY2" fmla="*/ 1589575 h 1974969"/>
                <a:gd name="connsiteX3" fmla="*/ 1928730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1928730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1928730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1928730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9918" h="1976162">
                  <a:moveTo>
                    <a:pt x="4369918" y="1193"/>
                  </a:moveTo>
                  <a:cubicBezTo>
                    <a:pt x="3700953" y="266033"/>
                    <a:pt x="2943803" y="1648780"/>
                    <a:pt x="1801795" y="1843951"/>
                  </a:cubicBezTo>
                  <a:cubicBezTo>
                    <a:pt x="1281838" y="1976162"/>
                    <a:pt x="230924" y="1700124"/>
                    <a:pt x="0" y="1590768"/>
                  </a:cubicBezTo>
                  <a:cubicBezTo>
                    <a:pt x="1253924" y="1889261"/>
                    <a:pt x="1725628" y="1620417"/>
                    <a:pt x="2000136" y="1508674"/>
                  </a:cubicBezTo>
                  <a:cubicBezTo>
                    <a:pt x="2591312" y="1144082"/>
                    <a:pt x="2836335" y="982072"/>
                    <a:pt x="3597193" y="0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  <p:sp>
          <p:nvSpPr>
            <p:cNvPr id="53" name="자유형 52"/>
            <p:cNvSpPr/>
            <p:nvPr/>
          </p:nvSpPr>
          <p:spPr>
            <a:xfrm>
              <a:off x="234878" y="3302222"/>
              <a:ext cx="5185188" cy="3372500"/>
            </a:xfrm>
            <a:custGeom>
              <a:avLst/>
              <a:gdLst>
                <a:gd name="connsiteX0" fmla="*/ 0 w 4315047"/>
                <a:gd name="connsiteY0" fmla="*/ 3553047 h 4499344"/>
                <a:gd name="connsiteX1" fmla="*/ 2158409 w 4315047"/>
                <a:gd name="connsiteY1" fmla="*/ 1394637 h 4499344"/>
                <a:gd name="connsiteX2" fmla="*/ 4242391 w 4315047"/>
                <a:gd name="connsiteY2" fmla="*/ 139995 h 4499344"/>
                <a:gd name="connsiteX3" fmla="*/ 1722474 w 4315047"/>
                <a:gd name="connsiteY3" fmla="*/ 2234609 h 4499344"/>
                <a:gd name="connsiteX4" fmla="*/ 95693 w 4315047"/>
                <a:gd name="connsiteY4" fmla="*/ 4499344 h 4499344"/>
                <a:gd name="connsiteX0" fmla="*/ 0 w 4315047"/>
                <a:gd name="connsiteY0" fmla="*/ 3553047 h 4499344"/>
                <a:gd name="connsiteX1" fmla="*/ 2158409 w 4315047"/>
                <a:gd name="connsiteY1" fmla="*/ 1394637 h 4499344"/>
                <a:gd name="connsiteX2" fmla="*/ 4242391 w 4315047"/>
                <a:gd name="connsiteY2" fmla="*/ 139995 h 4499344"/>
                <a:gd name="connsiteX3" fmla="*/ 1722474 w 4315047"/>
                <a:gd name="connsiteY3" fmla="*/ 2234609 h 4499344"/>
                <a:gd name="connsiteX4" fmla="*/ 95693 w 4315047"/>
                <a:gd name="connsiteY4" fmla="*/ 4499344 h 4499344"/>
                <a:gd name="connsiteX0" fmla="*/ 0 w 4315047"/>
                <a:gd name="connsiteY0" fmla="*/ 3553047 h 4499344"/>
                <a:gd name="connsiteX1" fmla="*/ 2158409 w 4315047"/>
                <a:gd name="connsiteY1" fmla="*/ 1394637 h 4499344"/>
                <a:gd name="connsiteX2" fmla="*/ 4242391 w 4315047"/>
                <a:gd name="connsiteY2" fmla="*/ 139995 h 4499344"/>
                <a:gd name="connsiteX3" fmla="*/ 1722474 w 4315047"/>
                <a:gd name="connsiteY3" fmla="*/ 2234609 h 4499344"/>
                <a:gd name="connsiteX4" fmla="*/ 95693 w 4315047"/>
                <a:gd name="connsiteY4" fmla="*/ 4499344 h 4499344"/>
                <a:gd name="connsiteX0" fmla="*/ 0 w 4315047"/>
                <a:gd name="connsiteY0" fmla="*/ 3553047 h 4499344"/>
                <a:gd name="connsiteX1" fmla="*/ 2158409 w 4315047"/>
                <a:gd name="connsiteY1" fmla="*/ 1394637 h 4499344"/>
                <a:gd name="connsiteX2" fmla="*/ 4242391 w 4315047"/>
                <a:gd name="connsiteY2" fmla="*/ 139995 h 4499344"/>
                <a:gd name="connsiteX3" fmla="*/ 1722474 w 4315047"/>
                <a:gd name="connsiteY3" fmla="*/ 2234609 h 4499344"/>
                <a:gd name="connsiteX4" fmla="*/ 95693 w 4315047"/>
                <a:gd name="connsiteY4" fmla="*/ 4499344 h 4499344"/>
                <a:gd name="connsiteX0" fmla="*/ 0 w 4315047"/>
                <a:gd name="connsiteY0" fmla="*/ 3553047 h 4499344"/>
                <a:gd name="connsiteX1" fmla="*/ 2158409 w 4315047"/>
                <a:gd name="connsiteY1" fmla="*/ 1394637 h 4499344"/>
                <a:gd name="connsiteX2" fmla="*/ 4242391 w 4315047"/>
                <a:gd name="connsiteY2" fmla="*/ 139995 h 4499344"/>
                <a:gd name="connsiteX3" fmla="*/ 1722474 w 4315047"/>
                <a:gd name="connsiteY3" fmla="*/ 2234609 h 4499344"/>
                <a:gd name="connsiteX4" fmla="*/ 95693 w 4315047"/>
                <a:gd name="connsiteY4" fmla="*/ 4499344 h 4499344"/>
                <a:gd name="connsiteX0" fmla="*/ 0 w 4242391"/>
                <a:gd name="connsiteY0" fmla="*/ 3413052 h 4359349"/>
                <a:gd name="connsiteX1" fmla="*/ 2158409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2094614 h 4359349"/>
                <a:gd name="connsiteX4" fmla="*/ 95693 w 4242391"/>
                <a:gd name="connsiteY4" fmla="*/ 4359349 h 4359349"/>
                <a:gd name="connsiteX0" fmla="*/ 0 w 4242391"/>
                <a:gd name="connsiteY0" fmla="*/ 3413052 h 4359349"/>
                <a:gd name="connsiteX1" fmla="*/ 2158409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2094614 h 4359349"/>
                <a:gd name="connsiteX4" fmla="*/ 95693 w 4242391"/>
                <a:gd name="connsiteY4" fmla="*/ 4359349 h 4359349"/>
                <a:gd name="connsiteX0" fmla="*/ 0 w 4242391"/>
                <a:gd name="connsiteY0" fmla="*/ 3413052 h 4359349"/>
                <a:gd name="connsiteX1" fmla="*/ 2158409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2094614 h 4359349"/>
                <a:gd name="connsiteX4" fmla="*/ 95693 w 4242391"/>
                <a:gd name="connsiteY4" fmla="*/ 4359349 h 4359349"/>
                <a:gd name="connsiteX0" fmla="*/ 0 w 4242391"/>
                <a:gd name="connsiteY0" fmla="*/ 3413052 h 4359349"/>
                <a:gd name="connsiteX1" fmla="*/ 2158409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2094614 h 4359349"/>
                <a:gd name="connsiteX4" fmla="*/ 95693 w 4242391"/>
                <a:gd name="connsiteY4" fmla="*/ 4359349 h 4359349"/>
                <a:gd name="connsiteX0" fmla="*/ 0 w 4242391"/>
                <a:gd name="connsiteY0" fmla="*/ 3413052 h 4359349"/>
                <a:gd name="connsiteX1" fmla="*/ 2015501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2094614 h 4359349"/>
                <a:gd name="connsiteX4" fmla="*/ 95693 w 4242391"/>
                <a:gd name="connsiteY4" fmla="*/ 4359349 h 4359349"/>
                <a:gd name="connsiteX0" fmla="*/ 0 w 4242391"/>
                <a:gd name="connsiteY0" fmla="*/ 3413052 h 4359349"/>
                <a:gd name="connsiteX1" fmla="*/ 2015501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1808838 h 4359349"/>
                <a:gd name="connsiteX4" fmla="*/ 95693 w 4242391"/>
                <a:gd name="connsiteY4" fmla="*/ 4359349 h 4359349"/>
                <a:gd name="connsiteX0" fmla="*/ 0 w 4242391"/>
                <a:gd name="connsiteY0" fmla="*/ 3413052 h 4359349"/>
                <a:gd name="connsiteX1" fmla="*/ 2015501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1808838 h 4359349"/>
                <a:gd name="connsiteX4" fmla="*/ 95693 w 4242391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0 w 4028109"/>
                <a:gd name="connsiteY0" fmla="*/ 3198714 h 4359349"/>
                <a:gd name="connsiteX1" fmla="*/ 1801219 w 4028109"/>
                <a:gd name="connsiteY1" fmla="*/ 1254642 h 4359349"/>
                <a:gd name="connsiteX2" fmla="*/ 4028109 w 4028109"/>
                <a:gd name="connsiteY2" fmla="*/ 0 h 4359349"/>
                <a:gd name="connsiteX3" fmla="*/ 1508192 w 4028109"/>
                <a:gd name="connsiteY3" fmla="*/ 1808838 h 4359349"/>
                <a:gd name="connsiteX4" fmla="*/ 24255 w 4028109"/>
                <a:gd name="connsiteY4" fmla="*/ 4359349 h 4359349"/>
                <a:gd name="connsiteX0" fmla="*/ 0 w 4028109"/>
                <a:gd name="connsiteY0" fmla="*/ 3198714 h 4359349"/>
                <a:gd name="connsiteX1" fmla="*/ 1801219 w 4028109"/>
                <a:gd name="connsiteY1" fmla="*/ 1254642 h 4359349"/>
                <a:gd name="connsiteX2" fmla="*/ 4028109 w 4028109"/>
                <a:gd name="connsiteY2" fmla="*/ 0 h 4359349"/>
                <a:gd name="connsiteX3" fmla="*/ 1508192 w 4028109"/>
                <a:gd name="connsiteY3" fmla="*/ 1808838 h 4359349"/>
                <a:gd name="connsiteX4" fmla="*/ 24255 w 4028109"/>
                <a:gd name="connsiteY4" fmla="*/ 4359349 h 4359349"/>
                <a:gd name="connsiteX0" fmla="*/ 0 w 4028109"/>
                <a:gd name="connsiteY0" fmla="*/ 3198714 h 4359349"/>
                <a:gd name="connsiteX1" fmla="*/ 1801219 w 4028109"/>
                <a:gd name="connsiteY1" fmla="*/ 1254642 h 4359349"/>
                <a:gd name="connsiteX2" fmla="*/ 4028109 w 4028109"/>
                <a:gd name="connsiteY2" fmla="*/ 0 h 4359349"/>
                <a:gd name="connsiteX3" fmla="*/ 1508192 w 4028109"/>
                <a:gd name="connsiteY3" fmla="*/ 1808838 h 4359349"/>
                <a:gd name="connsiteX4" fmla="*/ 24255 w 4028109"/>
                <a:gd name="connsiteY4" fmla="*/ 4359349 h 4359349"/>
                <a:gd name="connsiteX0" fmla="*/ 77386 w 4105495"/>
                <a:gd name="connsiteY0" fmla="*/ 3198714 h 4498556"/>
                <a:gd name="connsiteX1" fmla="*/ 1878605 w 4105495"/>
                <a:gd name="connsiteY1" fmla="*/ 1254642 h 4498556"/>
                <a:gd name="connsiteX2" fmla="*/ 4105495 w 4105495"/>
                <a:gd name="connsiteY2" fmla="*/ 0 h 4498556"/>
                <a:gd name="connsiteX3" fmla="*/ 1585578 w 4105495"/>
                <a:gd name="connsiteY3" fmla="*/ 1808838 h 4498556"/>
                <a:gd name="connsiteX4" fmla="*/ 0 w 4105495"/>
                <a:gd name="connsiteY4" fmla="*/ 4498556 h 4498556"/>
                <a:gd name="connsiteX0" fmla="*/ 291668 w 4105495"/>
                <a:gd name="connsiteY0" fmla="*/ 2912938 h 4498556"/>
                <a:gd name="connsiteX1" fmla="*/ 1878605 w 4105495"/>
                <a:gd name="connsiteY1" fmla="*/ 1254642 h 4498556"/>
                <a:gd name="connsiteX2" fmla="*/ 4105495 w 4105495"/>
                <a:gd name="connsiteY2" fmla="*/ 0 h 4498556"/>
                <a:gd name="connsiteX3" fmla="*/ 1585578 w 4105495"/>
                <a:gd name="connsiteY3" fmla="*/ 1808838 h 4498556"/>
                <a:gd name="connsiteX4" fmla="*/ 0 w 4105495"/>
                <a:gd name="connsiteY4" fmla="*/ 4498556 h 4498556"/>
                <a:gd name="connsiteX0" fmla="*/ 291668 w 4105495"/>
                <a:gd name="connsiteY0" fmla="*/ 2928551 h 4498556"/>
                <a:gd name="connsiteX1" fmla="*/ 1878605 w 4105495"/>
                <a:gd name="connsiteY1" fmla="*/ 1254642 h 4498556"/>
                <a:gd name="connsiteX2" fmla="*/ 4105495 w 4105495"/>
                <a:gd name="connsiteY2" fmla="*/ 0 h 4498556"/>
                <a:gd name="connsiteX3" fmla="*/ 1585578 w 4105495"/>
                <a:gd name="connsiteY3" fmla="*/ 1808838 h 4498556"/>
                <a:gd name="connsiteX4" fmla="*/ 0 w 4105495"/>
                <a:gd name="connsiteY4" fmla="*/ 4498556 h 4498556"/>
                <a:gd name="connsiteX0" fmla="*/ 259770 w 4105495"/>
                <a:gd name="connsiteY0" fmla="*/ 2928551 h 4498556"/>
                <a:gd name="connsiteX1" fmla="*/ 1878605 w 4105495"/>
                <a:gd name="connsiteY1" fmla="*/ 1254642 h 4498556"/>
                <a:gd name="connsiteX2" fmla="*/ 4105495 w 4105495"/>
                <a:gd name="connsiteY2" fmla="*/ 0 h 4498556"/>
                <a:gd name="connsiteX3" fmla="*/ 1585578 w 4105495"/>
                <a:gd name="connsiteY3" fmla="*/ 1808838 h 4498556"/>
                <a:gd name="connsiteX4" fmla="*/ 0 w 4105495"/>
                <a:gd name="connsiteY4" fmla="*/ 4498556 h 4498556"/>
                <a:gd name="connsiteX0" fmla="*/ 25853 w 3871578"/>
                <a:gd name="connsiteY0" fmla="*/ 2928551 h 4051988"/>
                <a:gd name="connsiteX1" fmla="*/ 1644688 w 3871578"/>
                <a:gd name="connsiteY1" fmla="*/ 1254642 h 4051988"/>
                <a:gd name="connsiteX2" fmla="*/ 3871578 w 3871578"/>
                <a:gd name="connsiteY2" fmla="*/ 0 h 4051988"/>
                <a:gd name="connsiteX3" fmla="*/ 1351661 w 3871578"/>
                <a:gd name="connsiteY3" fmla="*/ 1808838 h 4051988"/>
                <a:gd name="connsiteX4" fmla="*/ 0 w 3871578"/>
                <a:gd name="connsiteY4" fmla="*/ 4051988 h 4051988"/>
                <a:gd name="connsiteX0" fmla="*/ 4588 w 3871578"/>
                <a:gd name="connsiteY0" fmla="*/ 2928551 h 4051988"/>
                <a:gd name="connsiteX1" fmla="*/ 1644688 w 3871578"/>
                <a:gd name="connsiteY1" fmla="*/ 1254642 h 4051988"/>
                <a:gd name="connsiteX2" fmla="*/ 3871578 w 3871578"/>
                <a:gd name="connsiteY2" fmla="*/ 0 h 4051988"/>
                <a:gd name="connsiteX3" fmla="*/ 1351661 w 3871578"/>
                <a:gd name="connsiteY3" fmla="*/ 1808838 h 4051988"/>
                <a:gd name="connsiteX4" fmla="*/ 0 w 3871578"/>
                <a:gd name="connsiteY4" fmla="*/ 4051988 h 4051988"/>
                <a:gd name="connsiteX0" fmla="*/ 0 w 4700895"/>
                <a:gd name="connsiteY0" fmla="*/ 4068130 h 4068130"/>
                <a:gd name="connsiteX1" fmla="*/ 2474005 w 4700895"/>
                <a:gd name="connsiteY1" fmla="*/ 1254642 h 4068130"/>
                <a:gd name="connsiteX2" fmla="*/ 4700895 w 4700895"/>
                <a:gd name="connsiteY2" fmla="*/ 0 h 4068130"/>
                <a:gd name="connsiteX3" fmla="*/ 2180978 w 4700895"/>
                <a:gd name="connsiteY3" fmla="*/ 1808838 h 4068130"/>
                <a:gd name="connsiteX4" fmla="*/ 829317 w 4700895"/>
                <a:gd name="connsiteY4" fmla="*/ 4051988 h 4068130"/>
                <a:gd name="connsiteX0" fmla="*/ 0 w 4700895"/>
                <a:gd name="connsiteY0" fmla="*/ 4068130 h 4068130"/>
                <a:gd name="connsiteX1" fmla="*/ 2474005 w 4700895"/>
                <a:gd name="connsiteY1" fmla="*/ 1254642 h 4068130"/>
                <a:gd name="connsiteX2" fmla="*/ 4700895 w 4700895"/>
                <a:gd name="connsiteY2" fmla="*/ 0 h 4068130"/>
                <a:gd name="connsiteX3" fmla="*/ 2180978 w 4700895"/>
                <a:gd name="connsiteY3" fmla="*/ 1808838 h 4068130"/>
                <a:gd name="connsiteX4" fmla="*/ 829317 w 4700895"/>
                <a:gd name="connsiteY4" fmla="*/ 4051988 h 4068130"/>
                <a:gd name="connsiteX0" fmla="*/ 0 w 4700895"/>
                <a:gd name="connsiteY0" fmla="*/ 4068130 h 4068130"/>
                <a:gd name="connsiteX1" fmla="*/ 2474005 w 4700895"/>
                <a:gd name="connsiteY1" fmla="*/ 1254642 h 4068130"/>
                <a:gd name="connsiteX2" fmla="*/ 4700895 w 4700895"/>
                <a:gd name="connsiteY2" fmla="*/ 0 h 4068130"/>
                <a:gd name="connsiteX3" fmla="*/ 2180978 w 4700895"/>
                <a:gd name="connsiteY3" fmla="*/ 1808838 h 4068130"/>
                <a:gd name="connsiteX4" fmla="*/ 829317 w 4700895"/>
                <a:gd name="connsiteY4" fmla="*/ 4051988 h 4068130"/>
                <a:gd name="connsiteX0" fmla="*/ 0 w 4700895"/>
                <a:gd name="connsiteY0" fmla="*/ 4068130 h 4068130"/>
                <a:gd name="connsiteX1" fmla="*/ 4700895 w 4700895"/>
                <a:gd name="connsiteY1" fmla="*/ 0 h 4068130"/>
                <a:gd name="connsiteX2" fmla="*/ 2180978 w 4700895"/>
                <a:gd name="connsiteY2" fmla="*/ 1808838 h 4068130"/>
                <a:gd name="connsiteX3" fmla="*/ 829317 w 4700895"/>
                <a:gd name="connsiteY3" fmla="*/ 4051988 h 4068130"/>
                <a:gd name="connsiteX0" fmla="*/ 0 w 4768394"/>
                <a:gd name="connsiteY0" fmla="*/ 4068130 h 4068130"/>
                <a:gd name="connsiteX1" fmla="*/ 2585969 w 4768394"/>
                <a:gd name="connsiteY1" fmla="*/ 1849413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2049878 w 4768394"/>
                <a:gd name="connsiteY1" fmla="*/ 1596121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2049878 w 4768394"/>
                <a:gd name="connsiteY1" fmla="*/ 1596121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2049878 w 4768394"/>
                <a:gd name="connsiteY1" fmla="*/ 1596121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1990289 w 4768394"/>
                <a:gd name="connsiteY1" fmla="*/ 1469454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1990289 w 4768394"/>
                <a:gd name="connsiteY1" fmla="*/ 1469454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1990289 w 4768394"/>
                <a:gd name="connsiteY1" fmla="*/ 1216162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1990289 w 4768394"/>
                <a:gd name="connsiteY1" fmla="*/ 1216162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1990289 w 4768394"/>
                <a:gd name="connsiteY1" fmla="*/ 1216162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1752011 w 4768394"/>
                <a:gd name="connsiteY1" fmla="*/ 1595993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649241"/>
                <a:gd name="connsiteY0" fmla="*/ 4068130 h 4068130"/>
                <a:gd name="connsiteX1" fmla="*/ 1752011 w 4649241"/>
                <a:gd name="connsiteY1" fmla="*/ 1595993 h 4068130"/>
                <a:gd name="connsiteX2" fmla="*/ 4581742 w 4649241"/>
                <a:gd name="connsiteY2" fmla="*/ 0 h 4068130"/>
                <a:gd name="connsiteX3" fmla="*/ 2180978 w 4649241"/>
                <a:gd name="connsiteY3" fmla="*/ 1808838 h 4068130"/>
                <a:gd name="connsiteX4" fmla="*/ 829317 w 4649241"/>
                <a:gd name="connsiteY4" fmla="*/ 4051988 h 4068130"/>
                <a:gd name="connsiteX0" fmla="*/ 0 w 4649241"/>
                <a:gd name="connsiteY0" fmla="*/ 4068130 h 4068130"/>
                <a:gd name="connsiteX1" fmla="*/ 1752011 w 4649241"/>
                <a:gd name="connsiteY1" fmla="*/ 1595993 h 4068130"/>
                <a:gd name="connsiteX2" fmla="*/ 4581742 w 4649241"/>
                <a:gd name="connsiteY2" fmla="*/ 0 h 4068130"/>
                <a:gd name="connsiteX3" fmla="*/ 2180978 w 4649241"/>
                <a:gd name="connsiteY3" fmla="*/ 1808838 h 4068130"/>
                <a:gd name="connsiteX4" fmla="*/ 829317 w 4649241"/>
                <a:gd name="connsiteY4" fmla="*/ 4051988 h 4068130"/>
                <a:gd name="connsiteX0" fmla="*/ 0 w 4597553"/>
                <a:gd name="connsiteY0" fmla="*/ 4299742 h 4299742"/>
                <a:gd name="connsiteX1" fmla="*/ 1752011 w 4597553"/>
                <a:gd name="connsiteY1" fmla="*/ 1827605 h 4299742"/>
                <a:gd name="connsiteX2" fmla="*/ 4581742 w 4597553"/>
                <a:gd name="connsiteY2" fmla="*/ 231612 h 4299742"/>
                <a:gd name="connsiteX3" fmla="*/ 2180978 w 4597553"/>
                <a:gd name="connsiteY3" fmla="*/ 2040450 h 4299742"/>
                <a:gd name="connsiteX4" fmla="*/ 829317 w 4597553"/>
                <a:gd name="connsiteY4" fmla="*/ 4283600 h 4299742"/>
                <a:gd name="connsiteX0" fmla="*/ 0 w 4581742"/>
                <a:gd name="connsiteY0" fmla="*/ 4165829 h 4165829"/>
                <a:gd name="connsiteX1" fmla="*/ 1752011 w 4581742"/>
                <a:gd name="connsiteY1" fmla="*/ 1693692 h 4165829"/>
                <a:gd name="connsiteX2" fmla="*/ 4581742 w 4581742"/>
                <a:gd name="connsiteY2" fmla="*/ 97699 h 4165829"/>
                <a:gd name="connsiteX3" fmla="*/ 2180978 w 4581742"/>
                <a:gd name="connsiteY3" fmla="*/ 1906537 h 4165829"/>
                <a:gd name="connsiteX4" fmla="*/ 829317 w 4581742"/>
                <a:gd name="connsiteY4" fmla="*/ 4149687 h 4165829"/>
                <a:gd name="connsiteX0" fmla="*/ 0 w 4581742"/>
                <a:gd name="connsiteY0" fmla="*/ 4068130 h 4068130"/>
                <a:gd name="connsiteX1" fmla="*/ 1752011 w 4581742"/>
                <a:gd name="connsiteY1" fmla="*/ 1595993 h 4068130"/>
                <a:gd name="connsiteX2" fmla="*/ 4581742 w 4581742"/>
                <a:gd name="connsiteY2" fmla="*/ 0 h 4068130"/>
                <a:gd name="connsiteX3" fmla="*/ 2180978 w 4581742"/>
                <a:gd name="connsiteY3" fmla="*/ 1808838 h 4068130"/>
                <a:gd name="connsiteX4" fmla="*/ 829317 w 4581742"/>
                <a:gd name="connsiteY4" fmla="*/ 4051988 h 4068130"/>
                <a:gd name="connsiteX0" fmla="*/ 0 w 4581742"/>
                <a:gd name="connsiteY0" fmla="*/ 4068130 h 4068130"/>
                <a:gd name="connsiteX1" fmla="*/ 1752011 w 4581742"/>
                <a:gd name="connsiteY1" fmla="*/ 1595993 h 4068130"/>
                <a:gd name="connsiteX2" fmla="*/ 4581742 w 4581742"/>
                <a:gd name="connsiteY2" fmla="*/ 0 h 4068130"/>
                <a:gd name="connsiteX3" fmla="*/ 2180978 w 4581742"/>
                <a:gd name="connsiteY3" fmla="*/ 1808838 h 4068130"/>
                <a:gd name="connsiteX4" fmla="*/ 829317 w 4581742"/>
                <a:gd name="connsiteY4" fmla="*/ 4051988 h 4068130"/>
                <a:gd name="connsiteX0" fmla="*/ 0 w 4581742"/>
                <a:gd name="connsiteY0" fmla="*/ 4068130 h 4068130"/>
                <a:gd name="connsiteX1" fmla="*/ 1752011 w 4581742"/>
                <a:gd name="connsiteY1" fmla="*/ 1595993 h 4068130"/>
                <a:gd name="connsiteX2" fmla="*/ 4581742 w 4581742"/>
                <a:gd name="connsiteY2" fmla="*/ 0 h 4068130"/>
                <a:gd name="connsiteX3" fmla="*/ 2180978 w 4581742"/>
                <a:gd name="connsiteY3" fmla="*/ 1808838 h 4068130"/>
                <a:gd name="connsiteX4" fmla="*/ 829317 w 4581742"/>
                <a:gd name="connsiteY4" fmla="*/ 4051988 h 4068130"/>
                <a:gd name="connsiteX0" fmla="*/ 0 w 5099490"/>
                <a:gd name="connsiteY0" fmla="*/ 4369896 h 4369896"/>
                <a:gd name="connsiteX1" fmla="*/ 1752011 w 5099490"/>
                <a:gd name="connsiteY1" fmla="*/ 1897759 h 4369896"/>
                <a:gd name="connsiteX2" fmla="*/ 4581742 w 5099490"/>
                <a:gd name="connsiteY2" fmla="*/ 301766 h 4369896"/>
                <a:gd name="connsiteX3" fmla="*/ 4699363 w 5099490"/>
                <a:gd name="connsiteY3" fmla="*/ 301472 h 4369896"/>
                <a:gd name="connsiteX4" fmla="*/ 2180978 w 5099490"/>
                <a:gd name="connsiteY4" fmla="*/ 2110604 h 4369896"/>
                <a:gd name="connsiteX5" fmla="*/ 829317 w 5099490"/>
                <a:gd name="connsiteY5" fmla="*/ 4353754 h 4369896"/>
                <a:gd name="connsiteX0" fmla="*/ 0 w 4653236"/>
                <a:gd name="connsiteY0" fmla="*/ 4068130 h 4068130"/>
                <a:gd name="connsiteX1" fmla="*/ 1752011 w 4653236"/>
                <a:gd name="connsiteY1" fmla="*/ 1595993 h 4068130"/>
                <a:gd name="connsiteX2" fmla="*/ 4581742 w 4653236"/>
                <a:gd name="connsiteY2" fmla="*/ 0 h 4068130"/>
                <a:gd name="connsiteX3" fmla="*/ 2180978 w 4653236"/>
                <a:gd name="connsiteY3" fmla="*/ 1808838 h 4068130"/>
                <a:gd name="connsiteX4" fmla="*/ 829317 w 4653236"/>
                <a:gd name="connsiteY4" fmla="*/ 4051988 h 4068130"/>
                <a:gd name="connsiteX0" fmla="*/ 0 w 4653236"/>
                <a:gd name="connsiteY0" fmla="*/ 4068130 h 4068130"/>
                <a:gd name="connsiteX1" fmla="*/ 2049798 w 4653236"/>
                <a:gd name="connsiteY1" fmla="*/ 1469326 h 4068130"/>
                <a:gd name="connsiteX2" fmla="*/ 4581742 w 4653236"/>
                <a:gd name="connsiteY2" fmla="*/ 0 h 4068130"/>
                <a:gd name="connsiteX3" fmla="*/ 2180978 w 4653236"/>
                <a:gd name="connsiteY3" fmla="*/ 1808838 h 4068130"/>
                <a:gd name="connsiteX4" fmla="*/ 829317 w 4653236"/>
                <a:gd name="connsiteY4" fmla="*/ 4051988 h 4068130"/>
                <a:gd name="connsiteX0" fmla="*/ 0 w 4653236"/>
                <a:gd name="connsiteY0" fmla="*/ 4068130 h 4068130"/>
                <a:gd name="connsiteX1" fmla="*/ 2049798 w 4653236"/>
                <a:gd name="connsiteY1" fmla="*/ 1469326 h 4068130"/>
                <a:gd name="connsiteX2" fmla="*/ 4581742 w 4653236"/>
                <a:gd name="connsiteY2" fmla="*/ 0 h 4068130"/>
                <a:gd name="connsiteX3" fmla="*/ 2180978 w 4653236"/>
                <a:gd name="connsiteY3" fmla="*/ 1808838 h 4068130"/>
                <a:gd name="connsiteX4" fmla="*/ 829317 w 4653236"/>
                <a:gd name="connsiteY4" fmla="*/ 4051988 h 4068130"/>
                <a:gd name="connsiteX0" fmla="*/ 0 w 4653236"/>
                <a:gd name="connsiteY0" fmla="*/ 4068130 h 4068130"/>
                <a:gd name="connsiteX1" fmla="*/ 2049798 w 4653236"/>
                <a:gd name="connsiteY1" fmla="*/ 1469326 h 4068130"/>
                <a:gd name="connsiteX2" fmla="*/ 4581742 w 4653236"/>
                <a:gd name="connsiteY2" fmla="*/ 0 h 4068130"/>
                <a:gd name="connsiteX3" fmla="*/ 2180978 w 4653236"/>
                <a:gd name="connsiteY3" fmla="*/ 1808838 h 4068130"/>
                <a:gd name="connsiteX4" fmla="*/ 829317 w 4653236"/>
                <a:gd name="connsiteY4" fmla="*/ 4051988 h 4068130"/>
                <a:gd name="connsiteX0" fmla="*/ 0 w 4653236"/>
                <a:gd name="connsiteY0" fmla="*/ 4068130 h 4068130"/>
                <a:gd name="connsiteX1" fmla="*/ 2049798 w 4653236"/>
                <a:gd name="connsiteY1" fmla="*/ 1469326 h 4068130"/>
                <a:gd name="connsiteX2" fmla="*/ 4581742 w 4653236"/>
                <a:gd name="connsiteY2" fmla="*/ 0 h 4068130"/>
                <a:gd name="connsiteX3" fmla="*/ 2180978 w 4653236"/>
                <a:gd name="connsiteY3" fmla="*/ 1808838 h 4068130"/>
                <a:gd name="connsiteX4" fmla="*/ 829317 w 4653236"/>
                <a:gd name="connsiteY4" fmla="*/ 4051988 h 4068130"/>
                <a:gd name="connsiteX0" fmla="*/ 0 w 4581742"/>
                <a:gd name="connsiteY0" fmla="*/ 4068130 h 4068130"/>
                <a:gd name="connsiteX1" fmla="*/ 2049798 w 4581742"/>
                <a:gd name="connsiteY1" fmla="*/ 1469326 h 4068130"/>
                <a:gd name="connsiteX2" fmla="*/ 4581742 w 4581742"/>
                <a:gd name="connsiteY2" fmla="*/ 0 h 4068130"/>
                <a:gd name="connsiteX3" fmla="*/ 2180978 w 4581742"/>
                <a:gd name="connsiteY3" fmla="*/ 1808838 h 4068130"/>
                <a:gd name="connsiteX4" fmla="*/ 829317 w 4581742"/>
                <a:gd name="connsiteY4" fmla="*/ 4051988 h 4068130"/>
                <a:gd name="connsiteX0" fmla="*/ 0 w 4659604"/>
                <a:gd name="connsiteY0" fmla="*/ 4187342 h 4187342"/>
                <a:gd name="connsiteX1" fmla="*/ 2049798 w 4659604"/>
                <a:gd name="connsiteY1" fmla="*/ 1588538 h 4187342"/>
                <a:gd name="connsiteX2" fmla="*/ 4581742 w 4659604"/>
                <a:gd name="connsiteY2" fmla="*/ 119212 h 4187342"/>
                <a:gd name="connsiteX3" fmla="*/ 2180978 w 4659604"/>
                <a:gd name="connsiteY3" fmla="*/ 1928050 h 4187342"/>
                <a:gd name="connsiteX4" fmla="*/ 829317 w 4659604"/>
                <a:gd name="connsiteY4" fmla="*/ 4171200 h 4187342"/>
                <a:gd name="connsiteX0" fmla="*/ 0 w 4612223"/>
                <a:gd name="connsiteY0" fmla="*/ 4106797 h 4106797"/>
                <a:gd name="connsiteX1" fmla="*/ 2049798 w 4612223"/>
                <a:gd name="connsiteY1" fmla="*/ 1507993 h 4106797"/>
                <a:gd name="connsiteX2" fmla="*/ 4581742 w 4612223"/>
                <a:gd name="connsiteY2" fmla="*/ 38667 h 4106797"/>
                <a:gd name="connsiteX3" fmla="*/ 2180978 w 4612223"/>
                <a:gd name="connsiteY3" fmla="*/ 1847505 h 4106797"/>
                <a:gd name="connsiteX4" fmla="*/ 829317 w 4612223"/>
                <a:gd name="connsiteY4" fmla="*/ 4090655 h 4106797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180978 w 4654530"/>
                <a:gd name="connsiteY3" fmla="*/ 1838642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180978 w 4654530"/>
                <a:gd name="connsiteY3" fmla="*/ 1838642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180978 w 4654530"/>
                <a:gd name="connsiteY3" fmla="*/ 1838642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180978 w 4654530"/>
                <a:gd name="connsiteY3" fmla="*/ 1838642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180978 w 4654530"/>
                <a:gd name="connsiteY3" fmla="*/ 1838642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180978 w 4654530"/>
                <a:gd name="connsiteY3" fmla="*/ 1838642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300077 w 4654530"/>
                <a:gd name="connsiteY3" fmla="*/ 1585351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63856 w 4654530"/>
                <a:gd name="connsiteY1" fmla="*/ 1380357 h 4097934"/>
                <a:gd name="connsiteX2" fmla="*/ 4581742 w 4654530"/>
                <a:gd name="connsiteY2" fmla="*/ 29804 h 4097934"/>
                <a:gd name="connsiteX3" fmla="*/ 2300077 w 4654530"/>
                <a:gd name="connsiteY3" fmla="*/ 1585351 h 4097934"/>
                <a:gd name="connsiteX4" fmla="*/ 829317 w 4654530"/>
                <a:gd name="connsiteY4" fmla="*/ 4081792 h 4097934"/>
                <a:gd name="connsiteX0" fmla="*/ 0 w 5024385"/>
                <a:gd name="connsiteY0" fmla="*/ 4294798 h 4294798"/>
                <a:gd name="connsiteX1" fmla="*/ 2063856 w 5024385"/>
                <a:gd name="connsiteY1" fmla="*/ 1577221 h 4294798"/>
                <a:gd name="connsiteX2" fmla="*/ 4581742 w 5024385"/>
                <a:gd name="connsiteY2" fmla="*/ 226668 h 4294798"/>
                <a:gd name="connsiteX3" fmla="*/ 4644107 w 5024385"/>
                <a:gd name="connsiteY3" fmla="*/ 470421 h 4294798"/>
                <a:gd name="connsiteX4" fmla="*/ 2300077 w 5024385"/>
                <a:gd name="connsiteY4" fmla="*/ 1782215 h 4294798"/>
                <a:gd name="connsiteX5" fmla="*/ 829317 w 5024385"/>
                <a:gd name="connsiteY5" fmla="*/ 4278656 h 4294798"/>
                <a:gd name="connsiteX0" fmla="*/ 0 w 4621112"/>
                <a:gd name="connsiteY0" fmla="*/ 4068129 h 4068129"/>
                <a:gd name="connsiteX1" fmla="*/ 2063856 w 4621112"/>
                <a:gd name="connsiteY1" fmla="*/ 1350552 h 4068129"/>
                <a:gd name="connsiteX2" fmla="*/ 4581742 w 4621112"/>
                <a:gd name="connsiteY2" fmla="*/ -1 h 4068129"/>
                <a:gd name="connsiteX3" fmla="*/ 2300077 w 4621112"/>
                <a:gd name="connsiteY3" fmla="*/ 1555546 h 4068129"/>
                <a:gd name="connsiteX4" fmla="*/ 829317 w 4621112"/>
                <a:gd name="connsiteY4" fmla="*/ 4051987 h 4068129"/>
                <a:gd name="connsiteX0" fmla="*/ 0 w 4680648"/>
                <a:gd name="connsiteY0" fmla="*/ 3726933 h 3726933"/>
                <a:gd name="connsiteX1" fmla="*/ 2063856 w 4680648"/>
                <a:gd name="connsiteY1" fmla="*/ 1009356 h 3726933"/>
                <a:gd name="connsiteX2" fmla="*/ 4641278 w 4680648"/>
                <a:gd name="connsiteY2" fmla="*/ 38633 h 3726933"/>
                <a:gd name="connsiteX3" fmla="*/ 2300077 w 4680648"/>
                <a:gd name="connsiteY3" fmla="*/ 1214350 h 3726933"/>
                <a:gd name="connsiteX4" fmla="*/ 829317 w 4680648"/>
                <a:gd name="connsiteY4" fmla="*/ 3710791 h 3726933"/>
                <a:gd name="connsiteX0" fmla="*/ 0 w 4680648"/>
                <a:gd name="connsiteY0" fmla="*/ 3688299 h 3688299"/>
                <a:gd name="connsiteX1" fmla="*/ 2063856 w 4680648"/>
                <a:gd name="connsiteY1" fmla="*/ 970722 h 3688299"/>
                <a:gd name="connsiteX2" fmla="*/ 4641278 w 4680648"/>
                <a:gd name="connsiteY2" fmla="*/ -1 h 3688299"/>
                <a:gd name="connsiteX3" fmla="*/ 2300077 w 4680648"/>
                <a:gd name="connsiteY3" fmla="*/ 1175716 h 3688299"/>
                <a:gd name="connsiteX4" fmla="*/ 829317 w 4680648"/>
                <a:gd name="connsiteY4" fmla="*/ 3672157 h 3688299"/>
                <a:gd name="connsiteX0" fmla="*/ 0 w 4680648"/>
                <a:gd name="connsiteY0" fmla="*/ 3688301 h 3688301"/>
                <a:gd name="connsiteX1" fmla="*/ 1646890 w 4680648"/>
                <a:gd name="connsiteY1" fmla="*/ 1350555 h 3688301"/>
                <a:gd name="connsiteX2" fmla="*/ 4641278 w 4680648"/>
                <a:gd name="connsiteY2" fmla="*/ 1 h 3688301"/>
                <a:gd name="connsiteX3" fmla="*/ 2300077 w 4680648"/>
                <a:gd name="connsiteY3" fmla="*/ 1175718 h 3688301"/>
                <a:gd name="connsiteX4" fmla="*/ 829317 w 4680648"/>
                <a:gd name="connsiteY4" fmla="*/ 3672159 h 3688301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300077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300077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240487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240487 w 4323244"/>
                <a:gd name="connsiteY3" fmla="*/ 1049134 h 3561717"/>
                <a:gd name="connsiteX4" fmla="*/ 2113616 w 4323244"/>
                <a:gd name="connsiteY4" fmla="*/ 1040820 h 3561717"/>
                <a:gd name="connsiteX5" fmla="*/ 829317 w 4323244"/>
                <a:gd name="connsiteY5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240487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002183 w 4323244"/>
                <a:gd name="connsiteY3" fmla="*/ 1175717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23244" h="3561717">
                  <a:moveTo>
                    <a:pt x="0" y="3561717"/>
                  </a:moveTo>
                  <a:cubicBezTo>
                    <a:pt x="741376" y="2869887"/>
                    <a:pt x="613390" y="2540345"/>
                    <a:pt x="1765989" y="970680"/>
                  </a:cubicBezTo>
                  <a:cubicBezTo>
                    <a:pt x="2440652" y="271228"/>
                    <a:pt x="2705786" y="209594"/>
                    <a:pt x="4283874" y="0"/>
                  </a:cubicBezTo>
                  <a:cubicBezTo>
                    <a:pt x="4323244" y="34166"/>
                    <a:pt x="2764957" y="69692"/>
                    <a:pt x="1942594" y="1302300"/>
                  </a:cubicBezTo>
                  <a:cubicBezTo>
                    <a:pt x="1340454" y="2207970"/>
                    <a:pt x="1177959" y="2638854"/>
                    <a:pt x="829317" y="3545575"/>
                  </a:cubicBezTo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</p:grpSp>
      <p:cxnSp>
        <p:nvCxnSpPr>
          <p:cNvPr id="52" name="직선 연결선 51"/>
          <p:cNvCxnSpPr/>
          <p:nvPr/>
        </p:nvCxnSpPr>
        <p:spPr>
          <a:xfrm>
            <a:off x="351693" y="3361591"/>
            <a:ext cx="8440615" cy="1466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351693" y="3295649"/>
            <a:ext cx="8440615" cy="146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16"/>
          <p:cNvGrpSpPr/>
          <p:nvPr/>
        </p:nvGrpSpPr>
        <p:grpSpPr>
          <a:xfrm>
            <a:off x="351693" y="263747"/>
            <a:ext cx="8440615" cy="168445"/>
            <a:chOff x="0" y="-24"/>
            <a:chExt cx="9144000" cy="182482"/>
          </a:xfrm>
        </p:grpSpPr>
        <p:cxnSp>
          <p:nvCxnSpPr>
            <p:cNvPr id="64" name="직선 연결선 63"/>
            <p:cNvCxnSpPr/>
            <p:nvPr/>
          </p:nvCxnSpPr>
          <p:spPr>
            <a:xfrm>
              <a:off x="0" y="-24"/>
              <a:ext cx="9144000" cy="1588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/>
            <p:cNvCxnSpPr/>
            <p:nvPr/>
          </p:nvCxnSpPr>
          <p:spPr>
            <a:xfrm>
              <a:off x="0" y="98896"/>
              <a:ext cx="9144000" cy="1588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/>
            <p:nvPr/>
          </p:nvCxnSpPr>
          <p:spPr>
            <a:xfrm>
              <a:off x="0" y="180870"/>
              <a:ext cx="9144000" cy="1588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351694" y="304282"/>
            <a:ext cx="170525" cy="341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84406" tIns="42203" rIns="84406" bIns="4220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662"/>
          </a:p>
        </p:txBody>
      </p:sp>
      <p:pic>
        <p:nvPicPr>
          <p:cNvPr id="20" name="그림 5">
            <a:extLst>
              <a:ext uri="{FF2B5EF4-FFF2-40B4-BE49-F238E27FC236}">
                <a16:creationId xmlns:a16="http://schemas.microsoft.com/office/drawing/2014/main" id="{28B9134C-E5E7-4EDB-B294-0397966F4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25" y="562682"/>
            <a:ext cx="2140926" cy="631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835BBA6-1CC1-46F3-B50D-E162169B6A6B}"/>
              </a:ext>
            </a:extLst>
          </p:cNvPr>
          <p:cNvSpPr txBox="1"/>
          <p:nvPr/>
        </p:nvSpPr>
        <p:spPr bwMode="auto">
          <a:xfrm>
            <a:off x="-80825" y="1040902"/>
            <a:ext cx="9144000" cy="1832746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kumimoji="0" lang="ko-KR" altLang="en-US" sz="2585" dirty="0">
                <a:effectLst>
                  <a:outerShdw blurRad="38100" dist="38100" dir="2700000" algn="tl">
                    <a:srgbClr val="C0C0C0"/>
                  </a:outerShdw>
                </a:effectLst>
                <a:latin typeface="HY동녘B" panose="02030600000101010101" pitchFamily="18" charset="-127"/>
              </a:rPr>
              <a:t>                                        </a:t>
            </a:r>
            <a:r>
              <a:rPr kumimoji="0" lang="en-US" altLang="ko-KR" sz="1292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anose="02030600000101010101" pitchFamily="18" charset="-127"/>
              </a:rPr>
              <a:t>Start Your Property Application with </a:t>
            </a:r>
            <a:r>
              <a:rPr kumimoji="0" lang="en-US" altLang="ko-KR" sz="1662" i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anose="02030600000101010101" pitchFamily="18" charset="-127"/>
              </a:rPr>
              <a:t>Genesis Asset</a:t>
            </a:r>
          </a:p>
          <a:p>
            <a:pPr algn="ctr" eaLnBrk="1" latinLnBrk="1" hangingPunct="1">
              <a:defRPr/>
            </a:pPr>
            <a:endParaRPr kumimoji="0" lang="en-US" altLang="ko-KR" sz="2585" dirty="0">
              <a:effectLst>
                <a:outerShdw blurRad="38100" dist="38100" dir="2700000" algn="tl">
                  <a:srgbClr val="C0C0C0"/>
                </a:outerShdw>
              </a:effectLst>
              <a:latin typeface="HY동녘B" panose="02030600000101010101" pitchFamily="18" charset="-127"/>
            </a:endParaRPr>
          </a:p>
          <a:p>
            <a:pPr algn="ctr" eaLnBrk="1" latinLnBrk="1" hangingPunct="1">
              <a:defRPr/>
            </a:pPr>
            <a:r>
              <a:rPr kumimoji="0" lang="ko-KR" altLang="en-US" sz="2585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 서울시 강남구 양평동</a:t>
            </a:r>
            <a:r>
              <a:rPr kumimoji="0" lang="en-US" altLang="ko-KR" sz="2585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kumimoji="0" lang="ko-KR" altLang="en-US" sz="2585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가 </a:t>
            </a:r>
            <a:r>
              <a:rPr kumimoji="0" lang="en-US" altLang="ko-KR" sz="2585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117</a:t>
            </a:r>
            <a:r>
              <a:rPr kumimoji="0" lang="ko-KR" altLang="en-US" sz="2585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외 </a:t>
            </a:r>
            <a:r>
              <a:rPr kumimoji="0" lang="en-US" altLang="ko-KR" sz="2585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kumimoji="0" lang="ko-KR" altLang="en-US" sz="2585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필지</a:t>
            </a:r>
            <a:endParaRPr kumimoji="0" lang="en-US" altLang="ko-KR" sz="2585" dirty="0">
              <a:effectLst>
                <a:outerShdw blurRad="38100" dist="38100" dir="2700000" algn="tl">
                  <a:srgbClr val="C0C0C0"/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 eaLnBrk="1" latinLnBrk="1" hangingPunct="1">
              <a:lnSpc>
                <a:spcPct val="150000"/>
              </a:lnSpc>
              <a:defRPr/>
            </a:pPr>
            <a:r>
              <a:rPr kumimoji="0" lang="ko-KR" altLang="en-US" sz="2585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그래픽M" panose="02030600000101010101" pitchFamily="18" charset="-127"/>
                <a:ea typeface="HY그래픽M" panose="02030600000101010101" pitchFamily="18" charset="-127"/>
              </a:rPr>
              <a:t>더레드빌딩</a:t>
            </a:r>
            <a:r>
              <a:rPr kumimoji="0" lang="en-US" altLang="ko-KR" sz="2585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kumimoji="0" lang="ko-KR" altLang="en-US" sz="2215" b="1" dirty="0">
              <a:solidFill>
                <a:srgbClr val="00B0F0"/>
              </a:solidFill>
              <a:latin typeface="Aparajita" panose="020B0502040204020203" pitchFamily="18" charset="0"/>
              <a:ea typeface="궁서체" panose="02030609000101010101" pitchFamily="17" charset="-127"/>
              <a:cs typeface="Aparajita" panose="020B0502040204020203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0A545F2-1C06-44BB-A3E6-128A99DD2C31}"/>
              </a:ext>
            </a:extLst>
          </p:cNvPr>
          <p:cNvSpPr/>
          <p:nvPr/>
        </p:nvSpPr>
        <p:spPr>
          <a:xfrm>
            <a:off x="6433130" y="2797179"/>
            <a:ext cx="2150293" cy="37638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>
            <a:spAutoFit/>
          </a:bodyPr>
          <a:lstStyle/>
          <a:p>
            <a:pPr>
              <a:defRPr/>
            </a:pPr>
            <a:endParaRPr lang="ko-KR" altLang="en-US" sz="1846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ritannic Bold" panose="020B0903060703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5139776" y="4773500"/>
            <a:ext cx="4882676" cy="1653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3"/>
          <p:cNvGrpSpPr/>
          <p:nvPr/>
        </p:nvGrpSpPr>
        <p:grpSpPr>
          <a:xfrm>
            <a:off x="-71470" y="-71462"/>
            <a:ext cx="9215470" cy="928694"/>
            <a:chOff x="-71470" y="-71462"/>
            <a:chExt cx="9215470" cy="928694"/>
          </a:xfrm>
        </p:grpSpPr>
        <p:grpSp>
          <p:nvGrpSpPr>
            <p:cNvPr id="3" name="그룹 3"/>
            <p:cNvGrpSpPr/>
            <p:nvPr/>
          </p:nvGrpSpPr>
          <p:grpSpPr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0" y="0"/>
                <a:ext cx="9144000" cy="857232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0" y="823965"/>
                <a:ext cx="9144000" cy="1588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0" y="783771"/>
                <a:ext cx="9144000" cy="1588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0" y="-24"/>
                <a:ext cx="7215206" cy="844086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60000" cy="844086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3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788732"/>
              </p:ext>
            </p:extLst>
          </p:nvPr>
        </p:nvGraphicFramePr>
        <p:xfrm>
          <a:off x="427435" y="855555"/>
          <a:ext cx="8215370" cy="372010"/>
        </p:xfrm>
        <a:graphic>
          <a:graphicData uri="http://schemas.openxmlformats.org/drawingml/2006/table">
            <a:tbl>
              <a:tblPr/>
              <a:tblGrid>
                <a:gridCol w="1392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2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1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위   치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서울시 </a:t>
                      </a: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latin typeface="Arial"/>
                        </a:rPr>
                        <a:t> 영등포구 양평동</a:t>
                      </a:r>
                      <a:r>
                        <a:rPr lang="en-US" altLang="ko-KR" sz="1200" b="1" i="0" u="none" strike="noStrike" baseline="0" dirty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latin typeface="Arial"/>
                        </a:rPr>
                        <a:t>가 </a:t>
                      </a:r>
                      <a:r>
                        <a:rPr lang="en-US" altLang="ko-KR" sz="1200" b="1" i="0" u="none" strike="noStrike" baseline="0" dirty="0">
                          <a:solidFill>
                            <a:srgbClr val="000000"/>
                          </a:solidFill>
                          <a:latin typeface="Arial"/>
                        </a:rPr>
                        <a:t>117, 134, 125-2</a:t>
                      </a: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latin typeface="Arial"/>
                        </a:rPr>
                        <a:t>번지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5607834" y="297489"/>
            <a:ext cx="450056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자산 개요</a:t>
            </a:r>
            <a:endParaRPr kumimoji="0" lang="ko-KR" altLang="en-US" sz="2200" b="1" dirty="0">
              <a:solidFill>
                <a:srgbClr val="FFFF99"/>
              </a:solidFill>
              <a:latin typeface="HY동녘B" pitchFamily="18" charset="-127"/>
              <a:ea typeface="HY동녘B" pitchFamily="18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702379"/>
              </p:ext>
            </p:extLst>
          </p:nvPr>
        </p:nvGraphicFramePr>
        <p:xfrm>
          <a:off x="417963" y="1274547"/>
          <a:ext cx="8215370" cy="1133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2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563">
                <a:tc rowSpan="4">
                  <a:txBody>
                    <a:bodyPr/>
                    <a:lstStyle/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토  지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 latinLnBrk="1"/>
                      <a:endParaRPr lang="en-US" altLang="ko-KR" sz="12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 latinLnBrk="1"/>
                      <a:endParaRPr lang="en-US" altLang="ko-KR" sz="12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정  보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j-lt"/>
                        </a:rPr>
                        <a:t> 면     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2"/>
                          </a:solidFill>
                          <a:latin typeface="+mj-lt"/>
                        </a:rPr>
                        <a:t>518.7</a:t>
                      </a:r>
                      <a:r>
                        <a:rPr lang="ko-KR" altLang="en-US" sz="1200" b="1" i="0" u="none" strike="noStrike" dirty="0">
                          <a:solidFill>
                            <a:schemeClr val="tx2"/>
                          </a:solidFill>
                          <a:latin typeface="+mj-lt"/>
                        </a:rPr>
                        <a:t>㎡ </a:t>
                      </a:r>
                      <a:r>
                        <a:rPr lang="en-US" altLang="ko-KR" sz="1200" b="1" i="0" u="none" strike="noStrike" dirty="0">
                          <a:solidFill>
                            <a:schemeClr val="tx2"/>
                          </a:solidFill>
                          <a:latin typeface="+mj-lt"/>
                        </a:rPr>
                        <a:t>(157</a:t>
                      </a:r>
                      <a:r>
                        <a:rPr lang="ko-KR" altLang="en-US" sz="1200" b="1" i="0" u="none" strike="noStrike" dirty="0">
                          <a:solidFill>
                            <a:schemeClr val="tx2"/>
                          </a:solidFill>
                          <a:latin typeface="+mj-lt"/>
                        </a:rPr>
                        <a:t>평</a:t>
                      </a:r>
                      <a:r>
                        <a:rPr lang="en-US" altLang="ko-KR" sz="1200" b="1" i="0" u="none" strike="noStrike" dirty="0">
                          <a:solidFill>
                            <a:schemeClr val="tx2"/>
                          </a:solidFill>
                          <a:latin typeface="+mj-lt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56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 용도지역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준공업지역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2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 공시지가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9,484,000</a:t>
                      </a:r>
                      <a:r>
                        <a:rPr lang="ko-KR" altLang="en-US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r>
                        <a:rPr lang="en-US" altLang="ko-KR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㎡ </a:t>
                      </a:r>
                      <a:r>
                        <a:rPr lang="en-US" altLang="ko-KR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(3,135</a:t>
                      </a:r>
                      <a:r>
                        <a:rPr lang="ko-KR" altLang="en-US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만원</a:t>
                      </a:r>
                      <a:r>
                        <a:rPr lang="en-US" altLang="ko-KR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평</a:t>
                      </a:r>
                      <a:r>
                        <a:rPr lang="en-US" altLang="ko-KR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), -2023.01-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2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 도로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lt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교통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선유도역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(9</a:t>
                      </a: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호선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) 4</a:t>
                      </a:r>
                      <a:r>
                        <a:rPr lang="ko-KR" altLang="en-US" sz="1200" b="1" baseline="0" dirty="0" err="1">
                          <a:solidFill>
                            <a:schemeClr val="tx1"/>
                          </a:solidFill>
                          <a:latin typeface="+mj-lt"/>
                        </a:rPr>
                        <a:t>번출구</a:t>
                      </a: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 도보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459284"/>
              </p:ext>
            </p:extLst>
          </p:nvPr>
        </p:nvGraphicFramePr>
        <p:xfrm>
          <a:off x="428596" y="2469207"/>
          <a:ext cx="8215370" cy="168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9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9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30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721">
                <a:tc rowSpan="6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건  물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정  보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 면 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2,490.88</a:t>
                      </a:r>
                      <a:r>
                        <a:rPr lang="ko-KR" altLang="en-US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㎡ </a:t>
                      </a:r>
                      <a:r>
                        <a:rPr lang="en-US" altLang="ko-KR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(753</a:t>
                      </a:r>
                      <a:r>
                        <a:rPr lang="ko-KR" altLang="en-US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평</a:t>
                      </a:r>
                      <a:r>
                        <a:rPr lang="en-US" altLang="ko-KR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건축면적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302.94</a:t>
                      </a:r>
                      <a:r>
                        <a:rPr lang="ko-KR" altLang="en-US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㎡ </a:t>
                      </a:r>
                      <a:r>
                        <a:rPr lang="en-US" altLang="ko-KR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(92</a:t>
                      </a:r>
                      <a:r>
                        <a:rPr lang="ko-KR" altLang="en-US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평</a:t>
                      </a:r>
                      <a:r>
                        <a:rPr lang="en-US" altLang="ko-KR" sz="1200" b="1" i="0" u="none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124">
                <a:tc v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건 폐 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58.4% 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용 적 률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398.8%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124">
                <a:tc v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규     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지하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층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지상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</a:rPr>
                        <a:t> 10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층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냉 난 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개별식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124">
                <a:tc v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준공년도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2"/>
                          </a:solidFill>
                        </a:rPr>
                        <a:t>2018</a:t>
                      </a:r>
                      <a:r>
                        <a:rPr lang="ko-KR" altLang="en-US" sz="1200" b="1" dirty="0">
                          <a:solidFill>
                            <a:schemeClr val="tx2"/>
                          </a:solidFill>
                        </a:rPr>
                        <a:t>년 </a:t>
                      </a:r>
                      <a:r>
                        <a:rPr lang="en-US" altLang="ko-KR" sz="1200" b="1" dirty="0">
                          <a:solidFill>
                            <a:schemeClr val="tx2"/>
                          </a:solidFill>
                        </a:rPr>
                        <a:t>9</a:t>
                      </a:r>
                      <a:r>
                        <a:rPr lang="ko-KR" altLang="en-US" sz="1200" b="1" dirty="0">
                          <a:solidFill>
                            <a:schemeClr val="tx2"/>
                          </a:solidFill>
                        </a:rPr>
                        <a:t>월 </a:t>
                      </a:r>
                      <a:r>
                        <a:rPr lang="en-US" altLang="ko-KR" sz="1200" b="1" dirty="0">
                          <a:solidFill>
                            <a:schemeClr val="tx2"/>
                          </a:solidFill>
                        </a:rPr>
                        <a:t>12</a:t>
                      </a:r>
                      <a:r>
                        <a:rPr lang="ko-KR" altLang="en-US" sz="1200" b="1" dirty="0">
                          <a:solidFill>
                            <a:schemeClr val="tx2"/>
                          </a:solidFill>
                        </a:rPr>
                        <a:t>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승 강 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2"/>
                          </a:solidFill>
                        </a:rPr>
                        <a:t>1</a:t>
                      </a:r>
                      <a:r>
                        <a:rPr lang="ko-KR" altLang="en-US" sz="1200" b="1" dirty="0">
                          <a:solidFill>
                            <a:schemeClr val="tx2"/>
                          </a:solidFill>
                        </a:rPr>
                        <a:t>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124">
                <a:tc v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주차대수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옥외자주식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대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기계식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1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건축구조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철근콘크리트구조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 용 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업무시설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382171"/>
              </p:ext>
            </p:extLst>
          </p:nvPr>
        </p:nvGraphicFramePr>
        <p:xfrm>
          <a:off x="428596" y="4229298"/>
          <a:ext cx="8215368" cy="1107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2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6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3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122">
                <a:tc rowSpan="3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금  액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정  보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 증 금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억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3,500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임 대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료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5,017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821">
                <a:tc v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 리 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648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익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률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821">
                <a:tc v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tx2"/>
                          </a:solidFill>
                        </a:rPr>
                        <a:t>매 매 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250</a:t>
                      </a:r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억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(15,923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만원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평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29858" y="5424476"/>
            <a:ext cx="8246598" cy="10752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ko-KR" sz="1100" dirty="0"/>
              <a:t> </a:t>
            </a:r>
            <a:r>
              <a:rPr lang="ko-KR" altLang="en-US" sz="1100" dirty="0"/>
              <a:t>대로변</a:t>
            </a:r>
            <a:r>
              <a:rPr lang="en-US" altLang="ko-KR" sz="1100" dirty="0"/>
              <a:t>, </a:t>
            </a:r>
            <a:r>
              <a:rPr lang="ko-KR" altLang="en-US" sz="1100" dirty="0"/>
              <a:t>초역세권 </a:t>
            </a:r>
            <a:r>
              <a:rPr lang="en-US" altLang="ko-KR" sz="1100" dirty="0"/>
              <a:t>(9</a:t>
            </a:r>
            <a:r>
              <a:rPr lang="ko-KR" altLang="en-US" sz="1100" dirty="0"/>
              <a:t>호선 선유도역 </a:t>
            </a:r>
            <a:r>
              <a:rPr lang="en-US" altLang="ko-KR" sz="1100" dirty="0"/>
              <a:t>1</a:t>
            </a:r>
            <a:r>
              <a:rPr lang="ko-KR" altLang="en-US" sz="1100" dirty="0"/>
              <a:t>분</a:t>
            </a:r>
            <a:r>
              <a:rPr lang="en-US" altLang="ko-KR" sz="1100" dirty="0"/>
              <a:t>)</a:t>
            </a: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ko-KR" sz="1100" dirty="0"/>
              <a:t> 2018</a:t>
            </a:r>
            <a:r>
              <a:rPr lang="ko-KR" altLang="en-US" sz="1100" dirty="0"/>
              <a:t>년 신축건물로 내외관 아주 수려함</a:t>
            </a:r>
            <a:endParaRPr lang="en-US" altLang="ko-KR" sz="1100" dirty="0"/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ko-KR" altLang="en-US" sz="1100" dirty="0"/>
              <a:t> 선유도역 대로변 위치하여 사무실 임차수요 풍부하여 안정적 임대수익 기대됨 </a:t>
            </a:r>
            <a:endParaRPr lang="en-US" altLang="ko-KR" sz="1100" dirty="0"/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ko-KR" sz="1100" dirty="0"/>
              <a:t> </a:t>
            </a:r>
            <a:r>
              <a:rPr lang="ko-KR" altLang="en-US" sz="1100" dirty="0"/>
              <a:t>현재 지하</a:t>
            </a:r>
            <a:r>
              <a:rPr lang="en-US" altLang="ko-KR" sz="1100" dirty="0"/>
              <a:t>1</a:t>
            </a:r>
            <a:r>
              <a:rPr lang="ko-KR" altLang="en-US" sz="1100" dirty="0"/>
              <a:t>층 공실상태    </a:t>
            </a:r>
            <a:endParaRPr lang="en-US" altLang="ko-K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3"/>
          <p:cNvGrpSpPr/>
          <p:nvPr/>
        </p:nvGrpSpPr>
        <p:grpSpPr>
          <a:xfrm>
            <a:off x="-71470" y="-71462"/>
            <a:ext cx="9215470" cy="928694"/>
            <a:chOff x="-71470" y="-71462"/>
            <a:chExt cx="9215470" cy="928694"/>
          </a:xfrm>
        </p:grpSpPr>
        <p:grpSp>
          <p:nvGrpSpPr>
            <p:cNvPr id="3" name="그룹 3"/>
            <p:cNvGrpSpPr/>
            <p:nvPr/>
          </p:nvGrpSpPr>
          <p:grpSpPr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0" y="0"/>
                <a:ext cx="9144000" cy="857232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0" y="823965"/>
                <a:ext cx="9144000" cy="1588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0" y="783771"/>
                <a:ext cx="9144000" cy="1588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0" y="-24"/>
                <a:ext cx="7215206" cy="844086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60000" cy="844086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4286279" y="285728"/>
            <a:ext cx="450056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 </a:t>
            </a:r>
            <a:r>
              <a:rPr lang="ko-KR" altLang="en-US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위치도</a:t>
            </a:r>
            <a:endParaRPr kumimoji="0" lang="ko-KR" altLang="en-US" sz="2200" b="1" dirty="0">
              <a:solidFill>
                <a:srgbClr val="FFFF99"/>
              </a:solidFill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5959" y="1430300"/>
            <a:ext cx="7452081" cy="5023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설명선 1 21"/>
          <p:cNvSpPr/>
          <p:nvPr/>
        </p:nvSpPr>
        <p:spPr>
          <a:xfrm>
            <a:off x="3707904" y="4437112"/>
            <a:ext cx="792088" cy="213174"/>
          </a:xfrm>
          <a:prstGeom prst="borderCallout1">
            <a:avLst>
              <a:gd name="adj1" fmla="val 24806"/>
              <a:gd name="adj2" fmla="val 98883"/>
              <a:gd name="adj3" fmla="val 62771"/>
              <a:gd name="adj4" fmla="val 155707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/>
              <a:t>SITE</a:t>
            </a:r>
            <a:r>
              <a:rPr lang="ko-KR" altLang="en-US" sz="105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5589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3"/>
          <p:cNvGrpSpPr/>
          <p:nvPr/>
        </p:nvGrpSpPr>
        <p:grpSpPr>
          <a:xfrm>
            <a:off x="-71470" y="-71462"/>
            <a:ext cx="9215470" cy="928694"/>
            <a:chOff x="-71470" y="-71462"/>
            <a:chExt cx="9215470" cy="928694"/>
          </a:xfrm>
        </p:grpSpPr>
        <p:grpSp>
          <p:nvGrpSpPr>
            <p:cNvPr id="3" name="그룹 3"/>
            <p:cNvGrpSpPr/>
            <p:nvPr/>
          </p:nvGrpSpPr>
          <p:grpSpPr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0" y="0"/>
                <a:ext cx="9144000" cy="857232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0" y="823965"/>
                <a:ext cx="9144000" cy="1588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0" y="783771"/>
                <a:ext cx="9144000" cy="1588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0" y="-24"/>
                <a:ext cx="7215206" cy="844086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60000" cy="844086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4286279" y="285728"/>
            <a:ext cx="450056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 </a:t>
            </a:r>
            <a:r>
              <a:rPr lang="ko-KR" altLang="en-US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건물사진</a:t>
            </a:r>
            <a:endParaRPr kumimoji="0" lang="ko-KR" altLang="en-US" sz="2200" b="1" dirty="0">
              <a:solidFill>
                <a:srgbClr val="FFFF99"/>
              </a:solidFill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3568" y="1166763"/>
            <a:ext cx="7776863" cy="5368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4030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B2EAE-E9AE-31BB-5D00-EF75452A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3">
            <a:extLst>
              <a:ext uri="{FF2B5EF4-FFF2-40B4-BE49-F238E27FC236}">
                <a16:creationId xmlns:a16="http://schemas.microsoft.com/office/drawing/2014/main" id="{25522950-F226-9346-14F4-D4A83F4C8B7F}"/>
              </a:ext>
            </a:extLst>
          </p:cNvPr>
          <p:cNvGrpSpPr/>
          <p:nvPr/>
        </p:nvGrpSpPr>
        <p:grpSpPr>
          <a:xfrm>
            <a:off x="-71470" y="-71462"/>
            <a:ext cx="9215470" cy="928694"/>
            <a:chOff x="-71470" y="-71462"/>
            <a:chExt cx="9215470" cy="928694"/>
          </a:xfrm>
        </p:grpSpPr>
        <p:grpSp>
          <p:nvGrpSpPr>
            <p:cNvPr id="3" name="그룹 3">
              <a:extLst>
                <a:ext uri="{FF2B5EF4-FFF2-40B4-BE49-F238E27FC236}">
                  <a16:creationId xmlns:a16="http://schemas.microsoft.com/office/drawing/2014/main" id="{71AC23E1-2F4C-B2C1-6503-8EE571FC1166}"/>
                </a:ext>
              </a:extLst>
            </p:cNvPr>
            <p:cNvGrpSpPr/>
            <p:nvPr/>
          </p:nvGrpSpPr>
          <p:grpSpPr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3AA4E67C-D107-7C76-6B5F-5262AE3B01DD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857232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FCA50103-4F06-254F-56D2-C3C76D73CAF4}"/>
                  </a:ext>
                </a:extLst>
              </p:cNvPr>
              <p:cNvCxnSpPr/>
              <p:nvPr/>
            </p:nvCxnSpPr>
            <p:spPr>
              <a:xfrm>
                <a:off x="0" y="823965"/>
                <a:ext cx="9144000" cy="1588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F15F5F20-B9A4-B0C5-11DC-2B074EB52735}"/>
                  </a:ext>
                </a:extLst>
              </p:cNvPr>
              <p:cNvCxnSpPr/>
              <p:nvPr/>
            </p:nvCxnSpPr>
            <p:spPr>
              <a:xfrm>
                <a:off x="0" y="783771"/>
                <a:ext cx="9144000" cy="1588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96DF9A60-4856-5570-A848-FB200925DB58}"/>
                  </a:ext>
                </a:extLst>
              </p:cNvPr>
              <p:cNvSpPr/>
              <p:nvPr/>
            </p:nvSpPr>
            <p:spPr>
              <a:xfrm>
                <a:off x="0" y="-24"/>
                <a:ext cx="7215206" cy="844086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3207597-D401-C81D-5AC2-2957CFE7F0ED}"/>
                  </a:ext>
                </a:extLst>
              </p:cNvPr>
              <p:cNvSpPr/>
              <p:nvPr/>
            </p:nvSpPr>
            <p:spPr>
              <a:xfrm>
                <a:off x="-32" y="-24"/>
                <a:ext cx="5760000" cy="844086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3" name="그림 12" descr="사본 -홍콩01.jpg">
              <a:extLst>
                <a:ext uri="{FF2B5EF4-FFF2-40B4-BE49-F238E27FC236}">
                  <a16:creationId xmlns:a16="http://schemas.microsoft.com/office/drawing/2014/main" id="{796EB07B-16C3-F66A-A99D-05011CCF9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9" name="TextBox 5">
            <a:extLst>
              <a:ext uri="{FF2B5EF4-FFF2-40B4-BE49-F238E27FC236}">
                <a16:creationId xmlns:a16="http://schemas.microsoft.com/office/drawing/2014/main" id="{E340847E-F53E-FB09-D9C4-40CAF3F96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79" y="285728"/>
            <a:ext cx="450056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 </a:t>
            </a:r>
            <a:r>
              <a:rPr lang="ko-KR" altLang="en-US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임대 현황</a:t>
            </a:r>
            <a:endParaRPr kumimoji="0" lang="ko-KR" altLang="en-US" sz="2200" b="1" dirty="0">
              <a:solidFill>
                <a:srgbClr val="FFFF99"/>
              </a:solidFill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0A05A918-63BE-0E18-FD1B-05DC6C5AC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5217DC70-257C-16A8-9CE8-F048B1132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58B01EB-EB1B-7C7E-5317-40F9B857F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F57FB17-5259-97C4-129C-6ADB01F7E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2DDB786-63E3-318A-44EC-02FC13769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4B33038-D37E-DA70-990E-E55C7D155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21600000">
            <a:off x="539552" y="1058378"/>
            <a:ext cx="8352928" cy="532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4109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B2EAE-E9AE-31BB-5D00-EF75452A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3">
            <a:extLst>
              <a:ext uri="{FF2B5EF4-FFF2-40B4-BE49-F238E27FC236}">
                <a16:creationId xmlns:a16="http://schemas.microsoft.com/office/drawing/2014/main" id="{25522950-F226-9346-14F4-D4A83F4C8B7F}"/>
              </a:ext>
            </a:extLst>
          </p:cNvPr>
          <p:cNvGrpSpPr/>
          <p:nvPr/>
        </p:nvGrpSpPr>
        <p:grpSpPr>
          <a:xfrm>
            <a:off x="-71470" y="-71462"/>
            <a:ext cx="9215470" cy="928694"/>
            <a:chOff x="-71470" y="-71462"/>
            <a:chExt cx="9215470" cy="928694"/>
          </a:xfrm>
        </p:grpSpPr>
        <p:grpSp>
          <p:nvGrpSpPr>
            <p:cNvPr id="3" name="그룹 3">
              <a:extLst>
                <a:ext uri="{FF2B5EF4-FFF2-40B4-BE49-F238E27FC236}">
                  <a16:creationId xmlns:a16="http://schemas.microsoft.com/office/drawing/2014/main" id="{71AC23E1-2F4C-B2C1-6503-8EE571FC1166}"/>
                </a:ext>
              </a:extLst>
            </p:cNvPr>
            <p:cNvGrpSpPr/>
            <p:nvPr/>
          </p:nvGrpSpPr>
          <p:grpSpPr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3AA4E67C-D107-7C76-6B5F-5262AE3B01DD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857232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FCA50103-4F06-254F-56D2-C3C76D73CAF4}"/>
                  </a:ext>
                </a:extLst>
              </p:cNvPr>
              <p:cNvCxnSpPr/>
              <p:nvPr/>
            </p:nvCxnSpPr>
            <p:spPr>
              <a:xfrm>
                <a:off x="0" y="823965"/>
                <a:ext cx="9144000" cy="1588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F15F5F20-B9A4-B0C5-11DC-2B074EB52735}"/>
                  </a:ext>
                </a:extLst>
              </p:cNvPr>
              <p:cNvCxnSpPr/>
              <p:nvPr/>
            </p:nvCxnSpPr>
            <p:spPr>
              <a:xfrm>
                <a:off x="0" y="783771"/>
                <a:ext cx="9144000" cy="1588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96DF9A60-4856-5570-A848-FB200925DB58}"/>
                  </a:ext>
                </a:extLst>
              </p:cNvPr>
              <p:cNvSpPr/>
              <p:nvPr/>
            </p:nvSpPr>
            <p:spPr>
              <a:xfrm>
                <a:off x="0" y="-24"/>
                <a:ext cx="7215206" cy="844086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3207597-D401-C81D-5AC2-2957CFE7F0ED}"/>
                  </a:ext>
                </a:extLst>
              </p:cNvPr>
              <p:cNvSpPr/>
              <p:nvPr/>
            </p:nvSpPr>
            <p:spPr>
              <a:xfrm>
                <a:off x="-32" y="-24"/>
                <a:ext cx="5760000" cy="844086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3" name="그림 12" descr="사본 -홍콩01.jpg">
              <a:extLst>
                <a:ext uri="{FF2B5EF4-FFF2-40B4-BE49-F238E27FC236}">
                  <a16:creationId xmlns:a16="http://schemas.microsoft.com/office/drawing/2014/main" id="{796EB07B-16C3-F66A-A99D-05011CCF9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9" name="TextBox 5">
            <a:extLst>
              <a:ext uri="{FF2B5EF4-FFF2-40B4-BE49-F238E27FC236}">
                <a16:creationId xmlns:a16="http://schemas.microsoft.com/office/drawing/2014/main" id="{E340847E-F53E-FB09-D9C4-40CAF3F96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79" y="285728"/>
            <a:ext cx="450056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 </a:t>
            </a:r>
            <a:r>
              <a:rPr lang="ko-KR" altLang="en-US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건축물 현황</a:t>
            </a:r>
            <a:endParaRPr kumimoji="0" lang="ko-KR" altLang="en-US" sz="2200" b="1" dirty="0">
              <a:solidFill>
                <a:srgbClr val="FFFF99"/>
              </a:solidFill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0A05A918-63BE-0E18-FD1B-05DC6C5AC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5217DC70-257C-16A8-9CE8-F048B1132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58B01EB-EB1B-7C7E-5317-40F9B857F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F57FB17-5259-97C4-129C-6ADB01F7E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2DDB786-63E3-318A-44EC-02FC13769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4B33038-D37E-DA70-990E-E55C7D155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21600000">
            <a:off x="899593" y="1058378"/>
            <a:ext cx="7200800" cy="157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EF59DC2-768F-C2BD-2406-114E285DF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3" y="2636913"/>
            <a:ext cx="7200801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17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3"/>
          <p:cNvGrpSpPr/>
          <p:nvPr/>
        </p:nvGrpSpPr>
        <p:grpSpPr>
          <a:xfrm>
            <a:off x="-71470" y="-71462"/>
            <a:ext cx="9215470" cy="928694"/>
            <a:chOff x="-71470" y="-71462"/>
            <a:chExt cx="9215470" cy="928694"/>
          </a:xfrm>
        </p:grpSpPr>
        <p:grpSp>
          <p:nvGrpSpPr>
            <p:cNvPr id="3" name="그룹 3"/>
            <p:cNvGrpSpPr/>
            <p:nvPr/>
          </p:nvGrpSpPr>
          <p:grpSpPr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0" y="0"/>
                <a:ext cx="9144000" cy="857232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0" y="823965"/>
                <a:ext cx="9144000" cy="1588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0" y="783771"/>
                <a:ext cx="9144000" cy="1588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0" y="-24"/>
                <a:ext cx="7215206" cy="844086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60000" cy="844086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6" name="TextBox 5"/>
          <p:cNvSpPr txBox="1">
            <a:spLocks noChangeArrowheads="1"/>
          </p:cNvSpPr>
          <p:nvPr/>
        </p:nvSpPr>
        <p:spPr bwMode="auto">
          <a:xfrm>
            <a:off x="4214841" y="285728"/>
            <a:ext cx="450056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토지이용계획원</a:t>
            </a: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5577" y="980728"/>
            <a:ext cx="7560840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3C9300E-AD3F-1997-D2E4-5CAB059C6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894520"/>
            <a:ext cx="8229600" cy="5677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3459</TotalTime>
  <Words>233</Words>
  <Application>Microsoft Office PowerPoint</Application>
  <PresentationFormat>화면 슬라이드 쇼(4:3)</PresentationFormat>
  <Paragraphs>75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HY동녘B</vt:lpstr>
      <vt:lpstr>Aparajita</vt:lpstr>
      <vt:lpstr>Arial</vt:lpstr>
      <vt:lpstr>Britannic Bold</vt:lpstr>
      <vt:lpstr>HY견고딕</vt:lpstr>
      <vt:lpstr>HY그래픽M</vt:lpstr>
      <vt:lpstr>Wingdings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PC1</dc:creator>
  <cp:lastModifiedBy>김홍주</cp:lastModifiedBy>
  <cp:revision>288</cp:revision>
  <cp:lastPrinted>2022-05-18T07:29:50Z</cp:lastPrinted>
  <dcterms:created xsi:type="dcterms:W3CDTF">2009-03-16T19:35:43Z</dcterms:created>
  <dcterms:modified xsi:type="dcterms:W3CDTF">2024-03-22T02:37:51Z</dcterms:modified>
</cp:coreProperties>
</file>