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EDDD4-0A5F-C202-A6F2-F08B2994F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005F76-0E16-2EF4-14C9-3EB2918C2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52F579-5164-01B1-8E68-87F9514D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34FCBC-A690-E410-14EC-11EEA440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8F019-BE2B-67C2-820C-B42267D2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61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7231B-524B-C023-CC12-BEA06E7E3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2F48A0-66D2-6BE4-BC5A-6BE0A8A78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AFB078-4401-D92B-E7A4-90915582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C359F7-B0E5-CA4D-183E-6791464B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056E8-F518-C6D3-03A5-4BA1DBD5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017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0BA14-9EFD-2AF7-5386-501BCC828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2CC86C-E2EF-12DE-77F9-31C016C9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AF947-BF68-5DE2-8E6E-0161DE7B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C07E93-A54A-BCE9-C660-87D7501A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0FD076-5681-FF79-0544-93142FB2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70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33D75B-2D39-D1B9-7323-C5A57A27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C32E59-4CDB-F8B8-CC9D-93D901768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39B4CD-6FDD-6ADF-BBA8-286A40630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1444E2-D55C-E874-9093-630685DB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28E74-371C-D87D-AEDA-CBD89BA7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D4363F-617E-5762-BD29-A4A86E65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051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2759F-9AD1-FD75-CF91-6D3C4C68D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E263C-A76F-F17C-9E25-BF3842E34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D9E232-9B9A-F0DA-FBFD-4EDC05229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5CB2F1-6521-F4C2-1520-4552D3E926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8C3985-5BEB-E3E7-CF64-0845F1D7C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365DB8C-E2B2-334B-43C4-DA59209F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6E16F0-D400-019A-5099-6C17B241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9D9366-94F1-446F-8EE5-3777CF2F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471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286DF-D32F-D3BE-5C90-24C4EAD1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67CDFC-17D5-ABDA-4F28-5C70AC4A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C74EAC-23AB-FD45-83C8-6B1BC4CD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12B7A4-B98B-B201-7C98-52D047AB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54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AB9888-11E5-F093-9050-13008C5E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F88C4D-4C47-2FE3-51A0-90276A742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1604E0-112C-FE67-11AE-AE71FB4D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05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AB74A-2028-3A1A-A9BE-5830514A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ED3B1-5B8E-6EBD-634D-3CB66F1C0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655A27-8F6A-D701-CC6F-326498212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8A9610-5773-7878-F412-898529935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C05B70-CA4E-39AC-80E5-89A328CE7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F3750D-B4C6-EEE4-4D79-51B7BB4E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05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10A7B-9B56-8C77-CE97-E7953D9A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09BD72A-3928-918C-70E8-428621DB0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27A269-1FCC-526F-6B53-A2D0704E8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4F6C14-81E1-35C0-D9C9-F4FFA07B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743029-6954-E634-6AD3-0E8EFCD7F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68B981-C7AF-B87A-DF3E-A5C9ED64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12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D894F-3A27-CEBE-21C4-BBC81BC6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A9169-41CE-DF85-2C94-00B1D984E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D3496B-6C27-9F45-268F-97DDCD1A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CAA0A-79F4-7E06-5D9B-B01EF0F0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0F7905-5040-7F15-AFAE-5DCAA4E0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13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E9CE20-4EFD-6EA0-585C-D61BBF868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454E86-2254-3D5A-E1FF-B2EBC55AD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6397F-B999-B705-1424-72E0327C2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7AFFCD-6D7E-FC7D-8144-B2DE3A3A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589A04-0266-5E21-5DE0-C9D1E770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37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CA3F36-AC8E-D098-6D47-436E9C24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717CA9-CDAA-C0F2-F205-942882C55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97882-CB3C-1CDA-E70B-15CE3EA71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5CEB1-AF68-419D-996D-44E918A62268}" type="datetimeFigureOut">
              <a:rPr lang="ko-KR" altLang="en-US" smtClean="0"/>
              <a:t>2024-07-03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2B146-BDE1-2CC4-14E3-21B4EECD7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DB3D29-13D8-3B2D-F4FA-57A89E32E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88582-3069-493C-8DE7-4DB42A9096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64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모서리가 둥근 직사각형 43"/>
          <p:cNvSpPr/>
          <p:nvPr/>
        </p:nvSpPr>
        <p:spPr>
          <a:xfrm>
            <a:off x="5167274" y="0"/>
            <a:ext cx="5500726" cy="6858024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6236" y="3284536"/>
            <a:ext cx="12185764" cy="36063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48"/>
          <p:cNvGrpSpPr/>
          <p:nvPr/>
        </p:nvGrpSpPr>
        <p:grpSpPr>
          <a:xfrm>
            <a:off x="1309656" y="3357563"/>
            <a:ext cx="6215105" cy="3714781"/>
            <a:chOff x="1" y="3524256"/>
            <a:chExt cx="6215105" cy="3333744"/>
          </a:xfrm>
        </p:grpSpPr>
        <p:pic>
          <p:nvPicPr>
            <p:cNvPr id="37" name="그림 36" descr="서울03.jpg"/>
            <p:cNvPicPr>
              <a:picLocks noChangeAspect="1"/>
            </p:cNvPicPr>
            <p:nvPr/>
          </p:nvPicPr>
          <p:blipFill>
            <a:blip r:embed="rId2" cstate="print">
              <a:grayscl/>
              <a:lum bright="5000" contrast="20000"/>
            </a:blip>
            <a:stretch>
              <a:fillRect/>
            </a:stretch>
          </p:blipFill>
          <p:spPr>
            <a:xfrm>
              <a:off x="1" y="3973030"/>
              <a:ext cx="5448272" cy="2884970"/>
            </a:xfrm>
            <a:prstGeom prst="rect">
              <a:avLst/>
            </a:prstGeom>
            <a:effectLst>
              <a:softEdge rad="635000"/>
            </a:effectLst>
          </p:spPr>
        </p:pic>
        <p:sp>
          <p:nvSpPr>
            <p:cNvPr id="48" name="자유형 47"/>
            <p:cNvSpPr/>
            <p:nvPr/>
          </p:nvSpPr>
          <p:spPr>
            <a:xfrm>
              <a:off x="1845188" y="3588368"/>
              <a:ext cx="4369918" cy="3042608"/>
            </a:xfrm>
            <a:custGeom>
              <a:avLst/>
              <a:gdLst>
                <a:gd name="connsiteX0" fmla="*/ 4894521 w 4894521"/>
                <a:gd name="connsiteY0" fmla="*/ 116958 h 1605516"/>
                <a:gd name="connsiteX1" fmla="*/ 1683488 w 4894521"/>
                <a:gd name="connsiteY1" fmla="*/ 1531088 h 1605516"/>
                <a:gd name="connsiteX2" fmla="*/ 524539 w 4894521"/>
                <a:gd name="connsiteY2" fmla="*/ 563525 h 1605516"/>
                <a:gd name="connsiteX3" fmla="*/ 4830725 w 4894521"/>
                <a:gd name="connsiteY3" fmla="*/ 0 h 1605516"/>
                <a:gd name="connsiteX0" fmla="*/ 4384550 w 4384550"/>
                <a:gd name="connsiteY0" fmla="*/ 116958 h 1605516"/>
                <a:gd name="connsiteX1" fmla="*/ 1173517 w 4384550"/>
                <a:gd name="connsiteY1" fmla="*/ 1531088 h 1605516"/>
                <a:gd name="connsiteX2" fmla="*/ 14568 w 4384550"/>
                <a:gd name="connsiteY2" fmla="*/ 563525 h 1605516"/>
                <a:gd name="connsiteX3" fmla="*/ 1086106 w 4384550"/>
                <a:gd name="connsiteY3" fmla="*/ 1195811 h 1605516"/>
                <a:gd name="connsiteX4" fmla="*/ 4320754 w 4384550"/>
                <a:gd name="connsiteY4" fmla="*/ 0 h 1605516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1099088 w 4384550"/>
                <a:gd name="connsiteY4" fmla="*/ 1455357 h 1891292"/>
                <a:gd name="connsiteX5" fmla="*/ 4034970 w 4384550"/>
                <a:gd name="connsiteY5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0 w 4384550"/>
                <a:gd name="connsiteY0" fmla="*/ 402734 h 1891292"/>
                <a:gd name="connsiteX1" fmla="*/ 1173517 w 4384550"/>
                <a:gd name="connsiteY1" fmla="*/ 1816864 h 1891292"/>
                <a:gd name="connsiteX2" fmla="*/ 14568 w 4384550"/>
                <a:gd name="connsiteY2" fmla="*/ 849301 h 1891292"/>
                <a:gd name="connsiteX3" fmla="*/ 1086106 w 4384550"/>
                <a:gd name="connsiteY3" fmla="*/ 1481587 h 1891292"/>
                <a:gd name="connsiteX4" fmla="*/ 4034970 w 4384550"/>
                <a:gd name="connsiteY4" fmla="*/ 0 h 1891292"/>
                <a:gd name="connsiteX0" fmla="*/ 4384551 w 4384551"/>
                <a:gd name="connsiteY0" fmla="*/ 402734 h 1748392"/>
                <a:gd name="connsiteX1" fmla="*/ 1173518 w 4384551"/>
                <a:gd name="connsiteY1" fmla="*/ 1673964 h 1748392"/>
                <a:gd name="connsiteX2" fmla="*/ 14569 w 4384551"/>
                <a:gd name="connsiteY2" fmla="*/ 849301 h 1748392"/>
                <a:gd name="connsiteX3" fmla="*/ 1086107 w 4384551"/>
                <a:gd name="connsiteY3" fmla="*/ 1481587 h 1748392"/>
                <a:gd name="connsiteX4" fmla="*/ 4034971 w 4384551"/>
                <a:gd name="connsiteY4" fmla="*/ 0 h 1748392"/>
                <a:gd name="connsiteX0" fmla="*/ 4384551 w 4541236"/>
                <a:gd name="connsiteY0" fmla="*/ 402734 h 1690636"/>
                <a:gd name="connsiteX1" fmla="*/ 4006064 w 4541236"/>
                <a:gd name="connsiteY1" fmla="*/ 749267 h 1690636"/>
                <a:gd name="connsiteX2" fmla="*/ 1173518 w 4541236"/>
                <a:gd name="connsiteY2" fmla="*/ 1673964 h 1690636"/>
                <a:gd name="connsiteX3" fmla="*/ 14569 w 4541236"/>
                <a:gd name="connsiteY3" fmla="*/ 849301 h 1690636"/>
                <a:gd name="connsiteX4" fmla="*/ 1086107 w 4541236"/>
                <a:gd name="connsiteY4" fmla="*/ 1481587 h 1690636"/>
                <a:gd name="connsiteX5" fmla="*/ 4034971 w 4541236"/>
                <a:gd name="connsiteY5" fmla="*/ 0 h 1690636"/>
                <a:gd name="connsiteX0" fmla="*/ 4384551 w 4384551"/>
                <a:gd name="connsiteY0" fmla="*/ 402734 h 1748392"/>
                <a:gd name="connsiteX1" fmla="*/ 1173518 w 4384551"/>
                <a:gd name="connsiteY1" fmla="*/ 1673964 h 1748392"/>
                <a:gd name="connsiteX2" fmla="*/ 14569 w 4384551"/>
                <a:gd name="connsiteY2" fmla="*/ 849301 h 1748392"/>
                <a:gd name="connsiteX3" fmla="*/ 1086107 w 4384551"/>
                <a:gd name="connsiteY3" fmla="*/ 1481587 h 1748392"/>
                <a:gd name="connsiteX4" fmla="*/ 4034971 w 4384551"/>
                <a:gd name="connsiteY4" fmla="*/ 0 h 1748392"/>
                <a:gd name="connsiteX0" fmla="*/ 4098767 w 4098767"/>
                <a:gd name="connsiteY0" fmla="*/ 617024 h 1712677"/>
                <a:gd name="connsiteX1" fmla="*/ 1173518 w 4098767"/>
                <a:gd name="connsiteY1" fmla="*/ 1673964 h 1712677"/>
                <a:gd name="connsiteX2" fmla="*/ 14569 w 4098767"/>
                <a:gd name="connsiteY2" fmla="*/ 849301 h 1712677"/>
                <a:gd name="connsiteX3" fmla="*/ 1086107 w 4098767"/>
                <a:gd name="connsiteY3" fmla="*/ 1481587 h 1712677"/>
                <a:gd name="connsiteX4" fmla="*/ 4034971 w 4098767"/>
                <a:gd name="connsiteY4" fmla="*/ 0 h 1712677"/>
                <a:gd name="connsiteX0" fmla="*/ 4105343 w 4105343"/>
                <a:gd name="connsiteY0" fmla="*/ 617024 h 1712677"/>
                <a:gd name="connsiteX1" fmla="*/ 1180094 w 4105343"/>
                <a:gd name="connsiteY1" fmla="*/ 1673964 h 1712677"/>
                <a:gd name="connsiteX2" fmla="*/ 21145 w 4105343"/>
                <a:gd name="connsiteY2" fmla="*/ 849301 h 1712677"/>
                <a:gd name="connsiteX3" fmla="*/ 1306965 w 4105343"/>
                <a:gd name="connsiteY3" fmla="*/ 1481587 h 1712677"/>
                <a:gd name="connsiteX4" fmla="*/ 4041547 w 4105343"/>
                <a:gd name="connsiteY4" fmla="*/ 0 h 1712677"/>
                <a:gd name="connsiteX0" fmla="*/ 4105343 w 4105343"/>
                <a:gd name="connsiteY0" fmla="*/ 617024 h 1712677"/>
                <a:gd name="connsiteX1" fmla="*/ 1180094 w 4105343"/>
                <a:gd name="connsiteY1" fmla="*/ 1673964 h 1712677"/>
                <a:gd name="connsiteX2" fmla="*/ 21145 w 4105343"/>
                <a:gd name="connsiteY2" fmla="*/ 849301 h 1712677"/>
                <a:gd name="connsiteX3" fmla="*/ 1306965 w 4105343"/>
                <a:gd name="connsiteY3" fmla="*/ 1481587 h 1712677"/>
                <a:gd name="connsiteX4" fmla="*/ 4041547 w 4105343"/>
                <a:gd name="connsiteY4" fmla="*/ 0 h 1712677"/>
                <a:gd name="connsiteX0" fmla="*/ 4105343 w 4105343"/>
                <a:gd name="connsiteY0" fmla="*/ 617024 h 1760298"/>
                <a:gd name="connsiteX1" fmla="*/ 1180094 w 4105343"/>
                <a:gd name="connsiteY1" fmla="*/ 1673964 h 1760298"/>
                <a:gd name="connsiteX2" fmla="*/ 21145 w 4105343"/>
                <a:gd name="connsiteY2" fmla="*/ 1135029 h 1760298"/>
                <a:gd name="connsiteX3" fmla="*/ 1306965 w 4105343"/>
                <a:gd name="connsiteY3" fmla="*/ 1481587 h 1760298"/>
                <a:gd name="connsiteX4" fmla="*/ 4041547 w 4105343"/>
                <a:gd name="connsiteY4" fmla="*/ 0 h 1760298"/>
                <a:gd name="connsiteX0" fmla="*/ 4086871 w 4086871"/>
                <a:gd name="connsiteY0" fmla="*/ 617024 h 1760298"/>
                <a:gd name="connsiteX1" fmla="*/ 1161622 w 4086871"/>
                <a:gd name="connsiteY1" fmla="*/ 1673964 h 1760298"/>
                <a:gd name="connsiteX2" fmla="*/ 2673 w 4086871"/>
                <a:gd name="connsiteY2" fmla="*/ 1135029 h 1760298"/>
                <a:gd name="connsiteX3" fmla="*/ 1145585 w 4086871"/>
                <a:gd name="connsiteY3" fmla="*/ 1481587 h 1760298"/>
                <a:gd name="connsiteX4" fmla="*/ 4023075 w 4086871"/>
                <a:gd name="connsiteY4" fmla="*/ 0 h 1760298"/>
                <a:gd name="connsiteX0" fmla="*/ 4086871 w 4086871"/>
                <a:gd name="connsiteY0" fmla="*/ 902800 h 2046074"/>
                <a:gd name="connsiteX1" fmla="*/ 1161622 w 4086871"/>
                <a:gd name="connsiteY1" fmla="*/ 1959740 h 2046074"/>
                <a:gd name="connsiteX2" fmla="*/ 2673 w 4086871"/>
                <a:gd name="connsiteY2" fmla="*/ 1420805 h 2046074"/>
                <a:gd name="connsiteX3" fmla="*/ 1145585 w 4086871"/>
                <a:gd name="connsiteY3" fmla="*/ 1767363 h 2046074"/>
                <a:gd name="connsiteX4" fmla="*/ 3880167 w 4086871"/>
                <a:gd name="connsiteY4" fmla="*/ 0 h 2046074"/>
                <a:gd name="connsiteX0" fmla="*/ 3872525 w 3880167"/>
                <a:gd name="connsiteY0" fmla="*/ 902800 h 2046074"/>
                <a:gd name="connsiteX1" fmla="*/ 1161622 w 3880167"/>
                <a:gd name="connsiteY1" fmla="*/ 1959740 h 2046074"/>
                <a:gd name="connsiteX2" fmla="*/ 2673 w 3880167"/>
                <a:gd name="connsiteY2" fmla="*/ 1420805 h 2046074"/>
                <a:gd name="connsiteX3" fmla="*/ 1145585 w 3880167"/>
                <a:gd name="connsiteY3" fmla="*/ 1767363 h 2046074"/>
                <a:gd name="connsiteX4" fmla="*/ 3880167 w 3880167"/>
                <a:gd name="connsiteY4" fmla="*/ 0 h 2046074"/>
                <a:gd name="connsiteX0" fmla="*/ 4729749 w 4729749"/>
                <a:gd name="connsiteY0" fmla="*/ 0 h 2226778"/>
                <a:gd name="connsiteX1" fmla="*/ 1161622 w 4729749"/>
                <a:gd name="connsiteY1" fmla="*/ 1985658 h 2226778"/>
                <a:gd name="connsiteX2" fmla="*/ 2673 w 4729749"/>
                <a:gd name="connsiteY2" fmla="*/ 1446723 h 2226778"/>
                <a:gd name="connsiteX3" fmla="*/ 1145585 w 4729749"/>
                <a:gd name="connsiteY3" fmla="*/ 1793281 h 2226778"/>
                <a:gd name="connsiteX4" fmla="*/ 3880167 w 4729749"/>
                <a:gd name="connsiteY4" fmla="*/ 25918 h 2226778"/>
                <a:gd name="connsiteX0" fmla="*/ 4729749 w 4729749"/>
                <a:gd name="connsiteY0" fmla="*/ 0 h 2018960"/>
                <a:gd name="connsiteX1" fmla="*/ 1161622 w 4729749"/>
                <a:gd name="connsiteY1" fmla="*/ 1985658 h 2018960"/>
                <a:gd name="connsiteX2" fmla="*/ 2673 w 4729749"/>
                <a:gd name="connsiteY2" fmla="*/ 1446723 h 2018960"/>
                <a:gd name="connsiteX3" fmla="*/ 1145585 w 4729749"/>
                <a:gd name="connsiteY3" fmla="*/ 1793281 h 2018960"/>
                <a:gd name="connsiteX4" fmla="*/ 3880167 w 4729749"/>
                <a:gd name="connsiteY4" fmla="*/ 25918 h 2018960"/>
                <a:gd name="connsiteX0" fmla="*/ 4860713 w 4860713"/>
                <a:gd name="connsiteY0" fmla="*/ 0 h 2018960"/>
                <a:gd name="connsiteX1" fmla="*/ 2078372 w 4860713"/>
                <a:gd name="connsiteY1" fmla="*/ 1985658 h 2018960"/>
                <a:gd name="connsiteX2" fmla="*/ 133637 w 4860713"/>
                <a:gd name="connsiteY2" fmla="*/ 1446723 h 2018960"/>
                <a:gd name="connsiteX3" fmla="*/ 1276549 w 4860713"/>
                <a:gd name="connsiteY3" fmla="*/ 1793281 h 2018960"/>
                <a:gd name="connsiteX4" fmla="*/ 4011131 w 4860713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3934353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3934353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78943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783935 w 4783935"/>
                <a:gd name="connsiteY0" fmla="*/ 0 h 2018960"/>
                <a:gd name="connsiteX1" fmla="*/ 2001594 w 4783935"/>
                <a:gd name="connsiteY1" fmla="*/ 1985658 h 2018960"/>
                <a:gd name="connsiteX2" fmla="*/ 56859 w 4783935"/>
                <a:gd name="connsiteY2" fmla="*/ 1446723 h 2018960"/>
                <a:gd name="connsiteX3" fmla="*/ 2342747 w 4783935"/>
                <a:gd name="connsiteY3" fmla="*/ 1507481 h 2018960"/>
                <a:gd name="connsiteX4" fmla="*/ 4005759 w 4783935"/>
                <a:gd name="connsiteY4" fmla="*/ 25918 h 2018960"/>
                <a:gd name="connsiteX0" fmla="*/ 4426777 w 4426777"/>
                <a:gd name="connsiteY0" fmla="*/ 0 h 2018960"/>
                <a:gd name="connsiteX1" fmla="*/ 1644436 w 4426777"/>
                <a:gd name="connsiteY1" fmla="*/ 1985658 h 2018960"/>
                <a:gd name="connsiteX2" fmla="*/ 56859 w 4426777"/>
                <a:gd name="connsiteY2" fmla="*/ 1589575 h 2018960"/>
                <a:gd name="connsiteX3" fmla="*/ 1985589 w 4426777"/>
                <a:gd name="connsiteY3" fmla="*/ 1507481 h 2018960"/>
                <a:gd name="connsiteX4" fmla="*/ 3648601 w 4426777"/>
                <a:gd name="connsiteY4" fmla="*/ 25918 h 2018960"/>
                <a:gd name="connsiteX0" fmla="*/ 4426777 w 4426777"/>
                <a:gd name="connsiteY0" fmla="*/ 0 h 2018960"/>
                <a:gd name="connsiteX1" fmla="*/ 1644436 w 4426777"/>
                <a:gd name="connsiteY1" fmla="*/ 1985658 h 2018960"/>
                <a:gd name="connsiteX2" fmla="*/ 56859 w 4426777"/>
                <a:gd name="connsiteY2" fmla="*/ 1589575 h 2018960"/>
                <a:gd name="connsiteX3" fmla="*/ 1985589 w 4426777"/>
                <a:gd name="connsiteY3" fmla="*/ 1507481 h 2018960"/>
                <a:gd name="connsiteX4" fmla="*/ 3648601 w 4426777"/>
                <a:gd name="connsiteY4" fmla="*/ 25918 h 2018960"/>
                <a:gd name="connsiteX0" fmla="*/ 4369918 w 4369918"/>
                <a:gd name="connsiteY0" fmla="*/ 0 h 2018960"/>
                <a:gd name="connsiteX1" fmla="*/ 1587577 w 4369918"/>
                <a:gd name="connsiteY1" fmla="*/ 1985658 h 2018960"/>
                <a:gd name="connsiteX2" fmla="*/ 0 w 4369918"/>
                <a:gd name="connsiteY2" fmla="*/ 1589575 h 2018960"/>
                <a:gd name="connsiteX3" fmla="*/ 1928730 w 4369918"/>
                <a:gd name="connsiteY3" fmla="*/ 1507481 h 2018960"/>
                <a:gd name="connsiteX4" fmla="*/ 3591742 w 4369918"/>
                <a:gd name="connsiteY4" fmla="*/ 25918 h 2018960"/>
                <a:gd name="connsiteX0" fmla="*/ 4369918 w 4369918"/>
                <a:gd name="connsiteY0" fmla="*/ 0 h 2018960"/>
                <a:gd name="connsiteX1" fmla="*/ 1587577 w 4369918"/>
                <a:gd name="connsiteY1" fmla="*/ 1985658 h 2018960"/>
                <a:gd name="connsiteX2" fmla="*/ 0 w 4369918"/>
                <a:gd name="connsiteY2" fmla="*/ 1589575 h 2018960"/>
                <a:gd name="connsiteX3" fmla="*/ 1928730 w 4369918"/>
                <a:gd name="connsiteY3" fmla="*/ 1507481 h 2018960"/>
                <a:gd name="connsiteX4" fmla="*/ 3591742 w 4369918"/>
                <a:gd name="connsiteY4" fmla="*/ 25918 h 2018960"/>
                <a:gd name="connsiteX0" fmla="*/ 4369918 w 4369918"/>
                <a:gd name="connsiteY0" fmla="*/ 0 h 1985658"/>
                <a:gd name="connsiteX1" fmla="*/ 1587577 w 4369918"/>
                <a:gd name="connsiteY1" fmla="*/ 1985658 h 1985658"/>
                <a:gd name="connsiteX2" fmla="*/ 0 w 4369918"/>
                <a:gd name="connsiteY2" fmla="*/ 1589575 h 1985658"/>
                <a:gd name="connsiteX3" fmla="*/ 1928730 w 4369918"/>
                <a:gd name="connsiteY3" fmla="*/ 1507481 h 1985658"/>
                <a:gd name="connsiteX4" fmla="*/ 3591742 w 4369918"/>
                <a:gd name="connsiteY4" fmla="*/ 25918 h 1985658"/>
                <a:gd name="connsiteX0" fmla="*/ 4369918 w 4369918"/>
                <a:gd name="connsiteY0" fmla="*/ 0 h 1985658"/>
                <a:gd name="connsiteX1" fmla="*/ 1587577 w 4369918"/>
                <a:gd name="connsiteY1" fmla="*/ 1985658 h 1985658"/>
                <a:gd name="connsiteX2" fmla="*/ 0 w 4369918"/>
                <a:gd name="connsiteY2" fmla="*/ 1589575 h 1985658"/>
                <a:gd name="connsiteX3" fmla="*/ 1928730 w 4369918"/>
                <a:gd name="connsiteY3" fmla="*/ 1507481 h 1985658"/>
                <a:gd name="connsiteX4" fmla="*/ 3591742 w 4369918"/>
                <a:gd name="connsiteY4" fmla="*/ 25918 h 1985658"/>
                <a:gd name="connsiteX0" fmla="*/ 4369918 w 4369918"/>
                <a:gd name="connsiteY0" fmla="*/ 0 h 1842758"/>
                <a:gd name="connsiteX1" fmla="*/ 1730421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730421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587513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842758"/>
                <a:gd name="connsiteX1" fmla="*/ 1587513 w 4369918"/>
                <a:gd name="connsiteY1" fmla="*/ 1842758 h 1842758"/>
                <a:gd name="connsiteX2" fmla="*/ 0 w 4369918"/>
                <a:gd name="connsiteY2" fmla="*/ 1589575 h 1842758"/>
                <a:gd name="connsiteX3" fmla="*/ 1928730 w 4369918"/>
                <a:gd name="connsiteY3" fmla="*/ 1507481 h 1842758"/>
                <a:gd name="connsiteX4" fmla="*/ 3591742 w 4369918"/>
                <a:gd name="connsiteY4" fmla="*/ 25918 h 1842758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587513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1928730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0 h 1974969"/>
                <a:gd name="connsiteX1" fmla="*/ 1801795 w 4369918"/>
                <a:gd name="connsiteY1" fmla="*/ 1842758 h 1974969"/>
                <a:gd name="connsiteX2" fmla="*/ 0 w 4369918"/>
                <a:gd name="connsiteY2" fmla="*/ 1589575 h 1974969"/>
                <a:gd name="connsiteX3" fmla="*/ 2000136 w 4369918"/>
                <a:gd name="connsiteY3" fmla="*/ 1507481 h 1974969"/>
                <a:gd name="connsiteX4" fmla="*/ 3591742 w 4369918"/>
                <a:gd name="connsiteY4" fmla="*/ 25918 h 1974969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  <a:gd name="connsiteX0" fmla="*/ 4369918 w 4369918"/>
                <a:gd name="connsiteY0" fmla="*/ 1193 h 1976162"/>
                <a:gd name="connsiteX1" fmla="*/ 1801795 w 4369918"/>
                <a:gd name="connsiteY1" fmla="*/ 1843951 h 1976162"/>
                <a:gd name="connsiteX2" fmla="*/ 0 w 4369918"/>
                <a:gd name="connsiteY2" fmla="*/ 1590768 h 1976162"/>
                <a:gd name="connsiteX3" fmla="*/ 2000136 w 4369918"/>
                <a:gd name="connsiteY3" fmla="*/ 1508674 h 1976162"/>
                <a:gd name="connsiteX4" fmla="*/ 3597193 w 4369918"/>
                <a:gd name="connsiteY4" fmla="*/ 0 h 1976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9918" h="1976162">
                  <a:moveTo>
                    <a:pt x="4369918" y="1193"/>
                  </a:moveTo>
                  <a:cubicBezTo>
                    <a:pt x="3700953" y="266033"/>
                    <a:pt x="2943803" y="1648780"/>
                    <a:pt x="1801795" y="1843951"/>
                  </a:cubicBezTo>
                  <a:cubicBezTo>
                    <a:pt x="1281838" y="1976162"/>
                    <a:pt x="230924" y="1700124"/>
                    <a:pt x="0" y="1590768"/>
                  </a:cubicBezTo>
                  <a:cubicBezTo>
                    <a:pt x="1253924" y="1889261"/>
                    <a:pt x="1725628" y="1620417"/>
                    <a:pt x="2000136" y="1508674"/>
                  </a:cubicBezTo>
                  <a:cubicBezTo>
                    <a:pt x="2591312" y="1144082"/>
                    <a:pt x="2836335" y="982072"/>
                    <a:pt x="3597193" y="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자유형 52"/>
            <p:cNvSpPr/>
            <p:nvPr/>
          </p:nvSpPr>
          <p:spPr>
            <a:xfrm>
              <a:off x="222019" y="3524256"/>
              <a:ext cx="5185188" cy="3141411"/>
            </a:xfrm>
            <a:custGeom>
              <a:avLst/>
              <a:gdLst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315047"/>
                <a:gd name="connsiteY0" fmla="*/ 3553047 h 4499344"/>
                <a:gd name="connsiteX1" fmla="*/ 2158409 w 4315047"/>
                <a:gd name="connsiteY1" fmla="*/ 1394637 h 4499344"/>
                <a:gd name="connsiteX2" fmla="*/ 4242391 w 4315047"/>
                <a:gd name="connsiteY2" fmla="*/ 139995 h 4499344"/>
                <a:gd name="connsiteX3" fmla="*/ 1722474 w 4315047"/>
                <a:gd name="connsiteY3" fmla="*/ 2234609 h 4499344"/>
                <a:gd name="connsiteX4" fmla="*/ 95693 w 4315047"/>
                <a:gd name="connsiteY4" fmla="*/ 4499344 h 4499344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158409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2094614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1808838 h 4359349"/>
                <a:gd name="connsiteX4" fmla="*/ 95693 w 4242391"/>
                <a:gd name="connsiteY4" fmla="*/ 4359349 h 4359349"/>
                <a:gd name="connsiteX0" fmla="*/ 0 w 4242391"/>
                <a:gd name="connsiteY0" fmla="*/ 3413052 h 4359349"/>
                <a:gd name="connsiteX1" fmla="*/ 2015501 w 4242391"/>
                <a:gd name="connsiteY1" fmla="*/ 1254642 h 4359349"/>
                <a:gd name="connsiteX2" fmla="*/ 4242391 w 4242391"/>
                <a:gd name="connsiteY2" fmla="*/ 0 h 4359349"/>
                <a:gd name="connsiteX3" fmla="*/ 1722474 w 4242391"/>
                <a:gd name="connsiteY3" fmla="*/ 1808838 h 4359349"/>
                <a:gd name="connsiteX4" fmla="*/ 95693 w 4242391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118589 w 4146698"/>
                <a:gd name="connsiteY0" fmla="*/ 3198714 h 4359349"/>
                <a:gd name="connsiteX1" fmla="*/ 1919808 w 4146698"/>
                <a:gd name="connsiteY1" fmla="*/ 1254642 h 4359349"/>
                <a:gd name="connsiteX2" fmla="*/ 4146698 w 4146698"/>
                <a:gd name="connsiteY2" fmla="*/ 0 h 4359349"/>
                <a:gd name="connsiteX3" fmla="*/ 1626781 w 4146698"/>
                <a:gd name="connsiteY3" fmla="*/ 1808838 h 4359349"/>
                <a:gd name="connsiteX4" fmla="*/ 0 w 4146698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0 w 4028109"/>
                <a:gd name="connsiteY0" fmla="*/ 3198714 h 4359349"/>
                <a:gd name="connsiteX1" fmla="*/ 1801219 w 4028109"/>
                <a:gd name="connsiteY1" fmla="*/ 1254642 h 4359349"/>
                <a:gd name="connsiteX2" fmla="*/ 4028109 w 4028109"/>
                <a:gd name="connsiteY2" fmla="*/ 0 h 4359349"/>
                <a:gd name="connsiteX3" fmla="*/ 1508192 w 4028109"/>
                <a:gd name="connsiteY3" fmla="*/ 1808838 h 4359349"/>
                <a:gd name="connsiteX4" fmla="*/ 24255 w 4028109"/>
                <a:gd name="connsiteY4" fmla="*/ 4359349 h 4359349"/>
                <a:gd name="connsiteX0" fmla="*/ 77386 w 4105495"/>
                <a:gd name="connsiteY0" fmla="*/ 3198714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91668 w 4105495"/>
                <a:gd name="connsiteY0" fmla="*/ 2912938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91668 w 4105495"/>
                <a:gd name="connsiteY0" fmla="*/ 2928551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59770 w 4105495"/>
                <a:gd name="connsiteY0" fmla="*/ 2928551 h 4498556"/>
                <a:gd name="connsiteX1" fmla="*/ 1878605 w 4105495"/>
                <a:gd name="connsiteY1" fmla="*/ 1254642 h 4498556"/>
                <a:gd name="connsiteX2" fmla="*/ 4105495 w 4105495"/>
                <a:gd name="connsiteY2" fmla="*/ 0 h 4498556"/>
                <a:gd name="connsiteX3" fmla="*/ 1585578 w 4105495"/>
                <a:gd name="connsiteY3" fmla="*/ 1808838 h 4498556"/>
                <a:gd name="connsiteX4" fmla="*/ 0 w 4105495"/>
                <a:gd name="connsiteY4" fmla="*/ 4498556 h 4498556"/>
                <a:gd name="connsiteX0" fmla="*/ 25853 w 3871578"/>
                <a:gd name="connsiteY0" fmla="*/ 2928551 h 4051988"/>
                <a:gd name="connsiteX1" fmla="*/ 1644688 w 3871578"/>
                <a:gd name="connsiteY1" fmla="*/ 1254642 h 4051988"/>
                <a:gd name="connsiteX2" fmla="*/ 3871578 w 3871578"/>
                <a:gd name="connsiteY2" fmla="*/ 0 h 4051988"/>
                <a:gd name="connsiteX3" fmla="*/ 1351661 w 3871578"/>
                <a:gd name="connsiteY3" fmla="*/ 1808838 h 4051988"/>
                <a:gd name="connsiteX4" fmla="*/ 0 w 3871578"/>
                <a:gd name="connsiteY4" fmla="*/ 4051988 h 4051988"/>
                <a:gd name="connsiteX0" fmla="*/ 4588 w 3871578"/>
                <a:gd name="connsiteY0" fmla="*/ 2928551 h 4051988"/>
                <a:gd name="connsiteX1" fmla="*/ 1644688 w 3871578"/>
                <a:gd name="connsiteY1" fmla="*/ 1254642 h 4051988"/>
                <a:gd name="connsiteX2" fmla="*/ 3871578 w 3871578"/>
                <a:gd name="connsiteY2" fmla="*/ 0 h 4051988"/>
                <a:gd name="connsiteX3" fmla="*/ 1351661 w 3871578"/>
                <a:gd name="connsiteY3" fmla="*/ 1808838 h 4051988"/>
                <a:gd name="connsiteX4" fmla="*/ 0 w 3871578"/>
                <a:gd name="connsiteY4" fmla="*/ 4051988 h 4051988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2474005 w 4700895"/>
                <a:gd name="connsiteY1" fmla="*/ 1254642 h 4068130"/>
                <a:gd name="connsiteX2" fmla="*/ 4700895 w 4700895"/>
                <a:gd name="connsiteY2" fmla="*/ 0 h 4068130"/>
                <a:gd name="connsiteX3" fmla="*/ 2180978 w 4700895"/>
                <a:gd name="connsiteY3" fmla="*/ 1808838 h 4068130"/>
                <a:gd name="connsiteX4" fmla="*/ 829317 w 4700895"/>
                <a:gd name="connsiteY4" fmla="*/ 4051988 h 4068130"/>
                <a:gd name="connsiteX0" fmla="*/ 0 w 4700895"/>
                <a:gd name="connsiteY0" fmla="*/ 4068130 h 4068130"/>
                <a:gd name="connsiteX1" fmla="*/ 4700895 w 4700895"/>
                <a:gd name="connsiteY1" fmla="*/ 0 h 4068130"/>
                <a:gd name="connsiteX2" fmla="*/ 2180978 w 4700895"/>
                <a:gd name="connsiteY2" fmla="*/ 1808838 h 4068130"/>
                <a:gd name="connsiteX3" fmla="*/ 829317 w 4700895"/>
                <a:gd name="connsiteY3" fmla="*/ 4051988 h 4068130"/>
                <a:gd name="connsiteX0" fmla="*/ 0 w 4768394"/>
                <a:gd name="connsiteY0" fmla="*/ 4068130 h 4068130"/>
                <a:gd name="connsiteX1" fmla="*/ 2585969 w 4768394"/>
                <a:gd name="connsiteY1" fmla="*/ 1849413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2049878 w 4768394"/>
                <a:gd name="connsiteY1" fmla="*/ 1596121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469454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469454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990289 w 4768394"/>
                <a:gd name="connsiteY1" fmla="*/ 1216162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768394"/>
                <a:gd name="connsiteY0" fmla="*/ 4068130 h 4068130"/>
                <a:gd name="connsiteX1" fmla="*/ 1752011 w 4768394"/>
                <a:gd name="connsiteY1" fmla="*/ 1595993 h 4068130"/>
                <a:gd name="connsiteX2" fmla="*/ 4700895 w 4768394"/>
                <a:gd name="connsiteY2" fmla="*/ 0 h 4068130"/>
                <a:gd name="connsiteX3" fmla="*/ 2180978 w 4768394"/>
                <a:gd name="connsiteY3" fmla="*/ 1808838 h 4068130"/>
                <a:gd name="connsiteX4" fmla="*/ 829317 w 4768394"/>
                <a:gd name="connsiteY4" fmla="*/ 4051988 h 4068130"/>
                <a:gd name="connsiteX0" fmla="*/ 0 w 4649241"/>
                <a:gd name="connsiteY0" fmla="*/ 4068130 h 4068130"/>
                <a:gd name="connsiteX1" fmla="*/ 1752011 w 4649241"/>
                <a:gd name="connsiteY1" fmla="*/ 1595993 h 4068130"/>
                <a:gd name="connsiteX2" fmla="*/ 4581742 w 4649241"/>
                <a:gd name="connsiteY2" fmla="*/ 0 h 4068130"/>
                <a:gd name="connsiteX3" fmla="*/ 2180978 w 4649241"/>
                <a:gd name="connsiteY3" fmla="*/ 1808838 h 4068130"/>
                <a:gd name="connsiteX4" fmla="*/ 829317 w 4649241"/>
                <a:gd name="connsiteY4" fmla="*/ 4051988 h 4068130"/>
                <a:gd name="connsiteX0" fmla="*/ 0 w 4649241"/>
                <a:gd name="connsiteY0" fmla="*/ 4068130 h 4068130"/>
                <a:gd name="connsiteX1" fmla="*/ 1752011 w 4649241"/>
                <a:gd name="connsiteY1" fmla="*/ 1595993 h 4068130"/>
                <a:gd name="connsiteX2" fmla="*/ 4581742 w 4649241"/>
                <a:gd name="connsiteY2" fmla="*/ 0 h 4068130"/>
                <a:gd name="connsiteX3" fmla="*/ 2180978 w 4649241"/>
                <a:gd name="connsiteY3" fmla="*/ 1808838 h 4068130"/>
                <a:gd name="connsiteX4" fmla="*/ 829317 w 4649241"/>
                <a:gd name="connsiteY4" fmla="*/ 4051988 h 4068130"/>
                <a:gd name="connsiteX0" fmla="*/ 0 w 4597553"/>
                <a:gd name="connsiteY0" fmla="*/ 4299742 h 4299742"/>
                <a:gd name="connsiteX1" fmla="*/ 1752011 w 4597553"/>
                <a:gd name="connsiteY1" fmla="*/ 1827605 h 4299742"/>
                <a:gd name="connsiteX2" fmla="*/ 4581742 w 4597553"/>
                <a:gd name="connsiteY2" fmla="*/ 231612 h 4299742"/>
                <a:gd name="connsiteX3" fmla="*/ 2180978 w 4597553"/>
                <a:gd name="connsiteY3" fmla="*/ 2040450 h 4299742"/>
                <a:gd name="connsiteX4" fmla="*/ 829317 w 4597553"/>
                <a:gd name="connsiteY4" fmla="*/ 4283600 h 4299742"/>
                <a:gd name="connsiteX0" fmla="*/ 0 w 4581742"/>
                <a:gd name="connsiteY0" fmla="*/ 4165829 h 4165829"/>
                <a:gd name="connsiteX1" fmla="*/ 1752011 w 4581742"/>
                <a:gd name="connsiteY1" fmla="*/ 1693692 h 4165829"/>
                <a:gd name="connsiteX2" fmla="*/ 4581742 w 4581742"/>
                <a:gd name="connsiteY2" fmla="*/ 97699 h 4165829"/>
                <a:gd name="connsiteX3" fmla="*/ 2180978 w 4581742"/>
                <a:gd name="connsiteY3" fmla="*/ 1906537 h 4165829"/>
                <a:gd name="connsiteX4" fmla="*/ 829317 w 4581742"/>
                <a:gd name="connsiteY4" fmla="*/ 4149687 h 4165829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581742"/>
                <a:gd name="connsiteY0" fmla="*/ 4068130 h 4068130"/>
                <a:gd name="connsiteX1" fmla="*/ 1752011 w 4581742"/>
                <a:gd name="connsiteY1" fmla="*/ 1595993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5099490"/>
                <a:gd name="connsiteY0" fmla="*/ 4369896 h 4369896"/>
                <a:gd name="connsiteX1" fmla="*/ 1752011 w 5099490"/>
                <a:gd name="connsiteY1" fmla="*/ 1897759 h 4369896"/>
                <a:gd name="connsiteX2" fmla="*/ 4581742 w 5099490"/>
                <a:gd name="connsiteY2" fmla="*/ 301766 h 4369896"/>
                <a:gd name="connsiteX3" fmla="*/ 4699363 w 5099490"/>
                <a:gd name="connsiteY3" fmla="*/ 301472 h 4369896"/>
                <a:gd name="connsiteX4" fmla="*/ 2180978 w 5099490"/>
                <a:gd name="connsiteY4" fmla="*/ 2110604 h 4369896"/>
                <a:gd name="connsiteX5" fmla="*/ 829317 w 5099490"/>
                <a:gd name="connsiteY5" fmla="*/ 4353754 h 4369896"/>
                <a:gd name="connsiteX0" fmla="*/ 0 w 4653236"/>
                <a:gd name="connsiteY0" fmla="*/ 4068130 h 4068130"/>
                <a:gd name="connsiteX1" fmla="*/ 1752011 w 4653236"/>
                <a:gd name="connsiteY1" fmla="*/ 1595993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653236"/>
                <a:gd name="connsiteY0" fmla="*/ 4068130 h 4068130"/>
                <a:gd name="connsiteX1" fmla="*/ 2049798 w 4653236"/>
                <a:gd name="connsiteY1" fmla="*/ 1469326 h 4068130"/>
                <a:gd name="connsiteX2" fmla="*/ 4581742 w 4653236"/>
                <a:gd name="connsiteY2" fmla="*/ 0 h 4068130"/>
                <a:gd name="connsiteX3" fmla="*/ 2180978 w 4653236"/>
                <a:gd name="connsiteY3" fmla="*/ 1808838 h 4068130"/>
                <a:gd name="connsiteX4" fmla="*/ 829317 w 4653236"/>
                <a:gd name="connsiteY4" fmla="*/ 4051988 h 4068130"/>
                <a:gd name="connsiteX0" fmla="*/ 0 w 4581742"/>
                <a:gd name="connsiteY0" fmla="*/ 4068130 h 4068130"/>
                <a:gd name="connsiteX1" fmla="*/ 2049798 w 4581742"/>
                <a:gd name="connsiteY1" fmla="*/ 1469326 h 4068130"/>
                <a:gd name="connsiteX2" fmla="*/ 4581742 w 4581742"/>
                <a:gd name="connsiteY2" fmla="*/ 0 h 4068130"/>
                <a:gd name="connsiteX3" fmla="*/ 2180978 w 4581742"/>
                <a:gd name="connsiteY3" fmla="*/ 1808838 h 4068130"/>
                <a:gd name="connsiteX4" fmla="*/ 829317 w 4581742"/>
                <a:gd name="connsiteY4" fmla="*/ 4051988 h 4068130"/>
                <a:gd name="connsiteX0" fmla="*/ 0 w 4659604"/>
                <a:gd name="connsiteY0" fmla="*/ 4187342 h 4187342"/>
                <a:gd name="connsiteX1" fmla="*/ 2049798 w 4659604"/>
                <a:gd name="connsiteY1" fmla="*/ 1588538 h 4187342"/>
                <a:gd name="connsiteX2" fmla="*/ 4581742 w 4659604"/>
                <a:gd name="connsiteY2" fmla="*/ 119212 h 4187342"/>
                <a:gd name="connsiteX3" fmla="*/ 2180978 w 4659604"/>
                <a:gd name="connsiteY3" fmla="*/ 1928050 h 4187342"/>
                <a:gd name="connsiteX4" fmla="*/ 829317 w 4659604"/>
                <a:gd name="connsiteY4" fmla="*/ 4171200 h 4187342"/>
                <a:gd name="connsiteX0" fmla="*/ 0 w 4612223"/>
                <a:gd name="connsiteY0" fmla="*/ 4106797 h 4106797"/>
                <a:gd name="connsiteX1" fmla="*/ 2049798 w 4612223"/>
                <a:gd name="connsiteY1" fmla="*/ 1507993 h 4106797"/>
                <a:gd name="connsiteX2" fmla="*/ 4581742 w 4612223"/>
                <a:gd name="connsiteY2" fmla="*/ 38667 h 4106797"/>
                <a:gd name="connsiteX3" fmla="*/ 2180978 w 4612223"/>
                <a:gd name="connsiteY3" fmla="*/ 1847505 h 4106797"/>
                <a:gd name="connsiteX4" fmla="*/ 829317 w 4612223"/>
                <a:gd name="connsiteY4" fmla="*/ 4090655 h 4106797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180978 w 4654530"/>
                <a:gd name="connsiteY3" fmla="*/ 1838642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49798 w 4654530"/>
                <a:gd name="connsiteY1" fmla="*/ 1499130 h 4097934"/>
                <a:gd name="connsiteX2" fmla="*/ 4581742 w 4654530"/>
                <a:gd name="connsiteY2" fmla="*/ 29804 h 4097934"/>
                <a:gd name="connsiteX3" fmla="*/ 2300077 w 4654530"/>
                <a:gd name="connsiteY3" fmla="*/ 1585351 h 4097934"/>
                <a:gd name="connsiteX4" fmla="*/ 829317 w 4654530"/>
                <a:gd name="connsiteY4" fmla="*/ 4081792 h 4097934"/>
                <a:gd name="connsiteX0" fmla="*/ 0 w 4654530"/>
                <a:gd name="connsiteY0" fmla="*/ 4097934 h 4097934"/>
                <a:gd name="connsiteX1" fmla="*/ 2063856 w 4654530"/>
                <a:gd name="connsiteY1" fmla="*/ 1380357 h 4097934"/>
                <a:gd name="connsiteX2" fmla="*/ 4581742 w 4654530"/>
                <a:gd name="connsiteY2" fmla="*/ 29804 h 4097934"/>
                <a:gd name="connsiteX3" fmla="*/ 2300077 w 4654530"/>
                <a:gd name="connsiteY3" fmla="*/ 1585351 h 4097934"/>
                <a:gd name="connsiteX4" fmla="*/ 829317 w 4654530"/>
                <a:gd name="connsiteY4" fmla="*/ 4081792 h 4097934"/>
                <a:gd name="connsiteX0" fmla="*/ 0 w 5024385"/>
                <a:gd name="connsiteY0" fmla="*/ 4294798 h 4294798"/>
                <a:gd name="connsiteX1" fmla="*/ 2063856 w 5024385"/>
                <a:gd name="connsiteY1" fmla="*/ 1577221 h 4294798"/>
                <a:gd name="connsiteX2" fmla="*/ 4581742 w 5024385"/>
                <a:gd name="connsiteY2" fmla="*/ 226668 h 4294798"/>
                <a:gd name="connsiteX3" fmla="*/ 4644107 w 5024385"/>
                <a:gd name="connsiteY3" fmla="*/ 470421 h 4294798"/>
                <a:gd name="connsiteX4" fmla="*/ 2300077 w 5024385"/>
                <a:gd name="connsiteY4" fmla="*/ 1782215 h 4294798"/>
                <a:gd name="connsiteX5" fmla="*/ 829317 w 5024385"/>
                <a:gd name="connsiteY5" fmla="*/ 4278656 h 4294798"/>
                <a:gd name="connsiteX0" fmla="*/ 0 w 4621112"/>
                <a:gd name="connsiteY0" fmla="*/ 4068129 h 4068129"/>
                <a:gd name="connsiteX1" fmla="*/ 2063856 w 4621112"/>
                <a:gd name="connsiteY1" fmla="*/ 1350552 h 4068129"/>
                <a:gd name="connsiteX2" fmla="*/ 4581742 w 4621112"/>
                <a:gd name="connsiteY2" fmla="*/ -1 h 4068129"/>
                <a:gd name="connsiteX3" fmla="*/ 2300077 w 4621112"/>
                <a:gd name="connsiteY3" fmla="*/ 1555546 h 4068129"/>
                <a:gd name="connsiteX4" fmla="*/ 829317 w 4621112"/>
                <a:gd name="connsiteY4" fmla="*/ 4051987 h 4068129"/>
                <a:gd name="connsiteX0" fmla="*/ 0 w 4680648"/>
                <a:gd name="connsiteY0" fmla="*/ 3726933 h 3726933"/>
                <a:gd name="connsiteX1" fmla="*/ 2063856 w 4680648"/>
                <a:gd name="connsiteY1" fmla="*/ 1009356 h 3726933"/>
                <a:gd name="connsiteX2" fmla="*/ 4641278 w 4680648"/>
                <a:gd name="connsiteY2" fmla="*/ 38633 h 3726933"/>
                <a:gd name="connsiteX3" fmla="*/ 2300077 w 4680648"/>
                <a:gd name="connsiteY3" fmla="*/ 1214350 h 3726933"/>
                <a:gd name="connsiteX4" fmla="*/ 829317 w 4680648"/>
                <a:gd name="connsiteY4" fmla="*/ 3710791 h 3726933"/>
                <a:gd name="connsiteX0" fmla="*/ 0 w 4680648"/>
                <a:gd name="connsiteY0" fmla="*/ 3688299 h 3688299"/>
                <a:gd name="connsiteX1" fmla="*/ 2063856 w 4680648"/>
                <a:gd name="connsiteY1" fmla="*/ 970722 h 3688299"/>
                <a:gd name="connsiteX2" fmla="*/ 4641278 w 4680648"/>
                <a:gd name="connsiteY2" fmla="*/ -1 h 3688299"/>
                <a:gd name="connsiteX3" fmla="*/ 2300077 w 4680648"/>
                <a:gd name="connsiteY3" fmla="*/ 1175716 h 3688299"/>
                <a:gd name="connsiteX4" fmla="*/ 829317 w 4680648"/>
                <a:gd name="connsiteY4" fmla="*/ 3672157 h 3688299"/>
                <a:gd name="connsiteX0" fmla="*/ 0 w 4680648"/>
                <a:gd name="connsiteY0" fmla="*/ 3688301 h 3688301"/>
                <a:gd name="connsiteX1" fmla="*/ 1646890 w 4680648"/>
                <a:gd name="connsiteY1" fmla="*/ 1350555 h 3688301"/>
                <a:gd name="connsiteX2" fmla="*/ 4641278 w 4680648"/>
                <a:gd name="connsiteY2" fmla="*/ 1 h 3688301"/>
                <a:gd name="connsiteX3" fmla="*/ 2300077 w 4680648"/>
                <a:gd name="connsiteY3" fmla="*/ 1175718 h 3688301"/>
                <a:gd name="connsiteX4" fmla="*/ 829317 w 4680648"/>
                <a:gd name="connsiteY4" fmla="*/ 3672159 h 3688301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30007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30007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2113616 w 4323244"/>
                <a:gd name="connsiteY4" fmla="*/ 1040820 h 3561717"/>
                <a:gd name="connsiteX5" fmla="*/ 829317 w 4323244"/>
                <a:gd name="connsiteY5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240487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121335 w 4323244"/>
                <a:gd name="connsiteY3" fmla="*/ 1049134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2002183 w 4323244"/>
                <a:gd name="connsiteY3" fmla="*/ 1175717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646890 w 4323244"/>
                <a:gd name="connsiteY1" fmla="*/ 1223971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  <a:gd name="connsiteX0" fmla="*/ 0 w 4323244"/>
                <a:gd name="connsiteY0" fmla="*/ 3561717 h 3561717"/>
                <a:gd name="connsiteX1" fmla="*/ 1765989 w 4323244"/>
                <a:gd name="connsiteY1" fmla="*/ 970680 h 3561717"/>
                <a:gd name="connsiteX2" fmla="*/ 4283874 w 4323244"/>
                <a:gd name="connsiteY2" fmla="*/ 0 h 3561717"/>
                <a:gd name="connsiteX3" fmla="*/ 1942594 w 4323244"/>
                <a:gd name="connsiteY3" fmla="*/ 1302300 h 3561717"/>
                <a:gd name="connsiteX4" fmla="*/ 829317 w 4323244"/>
                <a:gd name="connsiteY4" fmla="*/ 3545575 h 356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3244" h="3561717">
                  <a:moveTo>
                    <a:pt x="0" y="3561717"/>
                  </a:moveTo>
                  <a:cubicBezTo>
                    <a:pt x="741376" y="2869887"/>
                    <a:pt x="613390" y="2540345"/>
                    <a:pt x="1765989" y="970680"/>
                  </a:cubicBezTo>
                  <a:cubicBezTo>
                    <a:pt x="2440652" y="271228"/>
                    <a:pt x="2705786" y="209594"/>
                    <a:pt x="4283874" y="0"/>
                  </a:cubicBezTo>
                  <a:cubicBezTo>
                    <a:pt x="4323244" y="34166"/>
                    <a:pt x="2764957" y="69692"/>
                    <a:pt x="1942594" y="1302300"/>
                  </a:cubicBezTo>
                  <a:cubicBezTo>
                    <a:pt x="1340454" y="2207970"/>
                    <a:pt x="1177959" y="2638854"/>
                    <a:pt x="829317" y="3545575"/>
                  </a:cubicBezTo>
                </a:path>
              </a:pathLst>
            </a:custGeom>
            <a:solidFill>
              <a:schemeClr val="bg1">
                <a:alpha val="15000"/>
              </a:schemeClr>
            </a:solidFill>
            <a:ln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2" name="직선 연결선 51"/>
          <p:cNvCxnSpPr/>
          <p:nvPr/>
        </p:nvCxnSpPr>
        <p:spPr>
          <a:xfrm>
            <a:off x="1524000" y="3355974"/>
            <a:ext cx="9144000" cy="158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1524000" y="3284536"/>
            <a:ext cx="9144000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16"/>
          <p:cNvGrpSpPr/>
          <p:nvPr/>
        </p:nvGrpSpPr>
        <p:grpSpPr>
          <a:xfrm>
            <a:off x="0" y="38605"/>
            <a:ext cx="12192000" cy="150676"/>
            <a:chOff x="0" y="-24"/>
            <a:chExt cx="9144000" cy="182482"/>
          </a:xfrm>
        </p:grpSpPr>
        <p:cxnSp>
          <p:nvCxnSpPr>
            <p:cNvPr id="64" name="직선 연결선 63"/>
            <p:cNvCxnSpPr/>
            <p:nvPr/>
          </p:nvCxnSpPr>
          <p:spPr>
            <a:xfrm>
              <a:off x="0" y="-24"/>
              <a:ext cx="9144000" cy="1588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/>
            <p:cNvCxnSpPr/>
            <p:nvPr/>
          </p:nvCxnSpPr>
          <p:spPr>
            <a:xfrm>
              <a:off x="0" y="98896"/>
              <a:ext cx="9144000" cy="1588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/>
            <p:cNvCxnSpPr/>
            <p:nvPr/>
          </p:nvCxnSpPr>
          <p:spPr>
            <a:xfrm>
              <a:off x="0" y="180870"/>
              <a:ext cx="9144000" cy="1588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" name="그림 5">
            <a:extLst>
              <a:ext uri="{FF2B5EF4-FFF2-40B4-BE49-F238E27FC236}">
                <a16:creationId xmlns:a16="http://schemas.microsoft.com/office/drawing/2014/main" id="{28B9134C-E5E7-4EDB-B294-0397966F4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97" y="353211"/>
            <a:ext cx="2319337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35BBA6-1CC1-46F3-B50D-E162169B6A6B}"/>
              </a:ext>
            </a:extLst>
          </p:cNvPr>
          <p:cNvSpPr txBox="1"/>
          <p:nvPr/>
        </p:nvSpPr>
        <p:spPr bwMode="auto">
          <a:xfrm>
            <a:off x="929685" y="958003"/>
            <a:ext cx="108056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0" lang="ko-KR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                                                 </a:t>
            </a:r>
            <a:r>
              <a:rPr kumimoji="0" lang="en-US" altLang="ko-KR" sz="1400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Start Your Property Application with </a:t>
            </a:r>
            <a:r>
              <a:rPr kumimoji="0" lang="en-US" altLang="ko-KR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동녘B" panose="02030600000101010101" pitchFamily="18" charset="-127"/>
              </a:rPr>
              <a:t>Genesis Asset</a:t>
            </a:r>
          </a:p>
          <a:p>
            <a:pPr algn="ctr" eaLnBrk="1" latinLnBrk="1" hangingPunct="1">
              <a:defRPr/>
            </a:pPr>
            <a:endParaRPr kumimoji="0" lang="en-US" altLang="ko-KR" sz="2800" dirty="0">
              <a:effectLst>
                <a:outerShdw blurRad="38100" dist="38100" dir="2700000" algn="tl">
                  <a:srgbClr val="C0C0C0"/>
                </a:outerShdw>
              </a:effectLst>
              <a:latin typeface="HY동녘B" panose="02030600000101010101" pitchFamily="18" charset="-127"/>
            </a:endParaRPr>
          </a:p>
          <a:p>
            <a:pPr algn="ctr" eaLnBrk="1" latinLnBrk="1" hangingPunct="1">
              <a:defRPr/>
            </a:pPr>
            <a:r>
              <a:rPr kumimoji="0" lang="ko-KR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kumimoji="0" lang="ko-KR" altLang="en-US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에이치</a:t>
            </a:r>
            <a:r>
              <a:rPr kumimoji="0" lang="ko-KR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0" lang="ko-KR" altLang="en-US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에비뉴호텔</a:t>
            </a:r>
            <a:r>
              <a:rPr kumimoji="0" lang="ko-KR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0" lang="en-US" altLang="ko-KR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kumimoji="0" lang="ko-KR" altLang="en-US" sz="28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이대점</a:t>
            </a:r>
            <a:r>
              <a:rPr kumimoji="0" lang="en-US" altLang="ko-KR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kumimoji="0" lang="ko-KR" altLang="en-US" sz="2400" b="1" dirty="0">
              <a:latin typeface="궁서체" panose="02030609000101010101" pitchFamily="17" charset="-127"/>
              <a:ea typeface="궁서체" panose="02030609000101010101" pitchFamily="17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A545F2-1C06-44BB-A3E6-128A99DD2C31}"/>
              </a:ext>
            </a:extLst>
          </p:cNvPr>
          <p:cNvSpPr/>
          <p:nvPr/>
        </p:nvSpPr>
        <p:spPr>
          <a:xfrm>
            <a:off x="8112224" y="2744527"/>
            <a:ext cx="2329484" cy="40011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>
              <a:defRPr/>
            </a:pPr>
            <a:endParaRPr lang="ko-KR" altLang="en-US" sz="20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ritannic Bold" panose="020B0903060703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8675120" y="5107909"/>
            <a:ext cx="4278880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4EA1-1ACD-C90A-080A-A715AC017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3474"/>
            <a:ext cx="9144000" cy="277812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3200" dirty="0" err="1"/>
              <a:t>에이치에비뉴호텔</a:t>
            </a:r>
            <a:r>
              <a:rPr lang="ko-KR" altLang="en-US" sz="3200" dirty="0"/>
              <a:t> </a:t>
            </a:r>
            <a:r>
              <a:rPr lang="ko-KR" altLang="en-US" sz="3200" dirty="0" err="1"/>
              <a:t>이대점</a:t>
            </a:r>
            <a:r>
              <a:rPr lang="ko-KR" altLang="en-US" sz="3200" dirty="0"/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6EC93E-F58B-FE82-53DA-22B57B92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919" y="1442300"/>
            <a:ext cx="5419725" cy="37374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E7E0A10-C8DE-0EF3-E606-030DFBEE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1" y="1442300"/>
            <a:ext cx="4612849" cy="49867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3CFFAE-4064-03EF-32DF-36563EFA4381}"/>
              </a:ext>
            </a:extLst>
          </p:cNvPr>
          <p:cNvSpPr txBox="1"/>
          <p:nvPr/>
        </p:nvSpPr>
        <p:spPr>
          <a:xfrm>
            <a:off x="5762919" y="5228750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  </a:t>
            </a:r>
            <a:r>
              <a:rPr lang="ko-KR" altLang="en-US" dirty="0" err="1"/>
              <a:t>이대역</a:t>
            </a:r>
            <a:r>
              <a:rPr lang="ko-KR" altLang="en-US" dirty="0"/>
              <a:t> 도보</a:t>
            </a:r>
            <a:r>
              <a:rPr lang="en-US" altLang="ko-KR" dirty="0"/>
              <a:t>3</a:t>
            </a:r>
            <a:r>
              <a:rPr lang="ko-KR" altLang="en-US" dirty="0" err="1"/>
              <a:t>분거리</a:t>
            </a:r>
            <a:endParaRPr lang="ko-KR" altLang="en-US" dirty="0"/>
          </a:p>
          <a:p>
            <a:r>
              <a:rPr lang="en-US" altLang="ko-KR" dirty="0"/>
              <a:t>-  </a:t>
            </a:r>
            <a:r>
              <a:rPr lang="ko-KR" altLang="en-US" dirty="0"/>
              <a:t>신촌 대학가 호텔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객실수</a:t>
            </a:r>
            <a:r>
              <a:rPr lang="ko-KR" altLang="en-US" dirty="0"/>
              <a:t> </a:t>
            </a:r>
            <a:r>
              <a:rPr lang="en-US" altLang="ko-KR" dirty="0"/>
              <a:t>94</a:t>
            </a:r>
            <a:r>
              <a:rPr lang="ko-KR" altLang="en-US" dirty="0"/>
              <a:t>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매각금액 </a:t>
            </a:r>
            <a:r>
              <a:rPr lang="en-US" altLang="ko-KR" dirty="0">
                <a:solidFill>
                  <a:srgbClr val="FF0000"/>
                </a:solidFill>
              </a:rPr>
              <a:t>300</a:t>
            </a:r>
            <a:r>
              <a:rPr lang="ko-KR" altLang="en-US" dirty="0">
                <a:solidFill>
                  <a:srgbClr val="FF0000"/>
                </a:solidFill>
              </a:rPr>
              <a:t>억원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28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33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HY견고딕</vt:lpstr>
      <vt:lpstr>HY동녘B</vt:lpstr>
      <vt:lpstr>궁서체</vt:lpstr>
      <vt:lpstr>맑은 고딕</vt:lpstr>
      <vt:lpstr>Arial</vt:lpstr>
      <vt:lpstr>Britannic Bold</vt:lpstr>
      <vt:lpstr>Office 테마</vt:lpstr>
      <vt:lpstr>PowerPoint 프레젠테이션</vt:lpstr>
      <vt:lpstr>● 에이치에비뉴호텔 이대점 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● 에이치에비뉴호텔 이대점 ●</dc:title>
  <dc:creator>김홍주</dc:creator>
  <cp:lastModifiedBy>김홍주</cp:lastModifiedBy>
  <cp:revision>4</cp:revision>
  <dcterms:created xsi:type="dcterms:W3CDTF">2024-05-29T07:11:04Z</dcterms:created>
  <dcterms:modified xsi:type="dcterms:W3CDTF">2024-07-03T09:45:40Z</dcterms:modified>
</cp:coreProperties>
</file>