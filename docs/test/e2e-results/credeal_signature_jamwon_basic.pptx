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IM-FE5CBA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IM-FE5CBA  ·  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IM-FE5CBA  ·  3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IM-FE5CBA  ·  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Feasibility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🏗️ 신축/개발 사업수지와 수익성은?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IM-FE5CBA  ·  5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 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IM-FE5CBA  ·  6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IM-FE5CBA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2026-08-14T11:09:41Z</dcterms:created>
  <dcterms:modified xsi:type="dcterms:W3CDTF">2026-08-14T11:09:41Z</dcterms:modified>
</cp:coreProperties>
</file>