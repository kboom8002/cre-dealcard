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입지 상가주택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IM-F2A70B  ·  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상가주택으로, 상업시설과 주거 기능을 결합한 복합 수익형 부동산입니다. 상가 임대수익과 주거 임대수요를 함께 확보할 수 있는 구조로, 단일 용도 자산 대비 임차수요 분산 및 안정적인 현금흐름 관리에 유리합니다.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IM-F2A70B  ·  2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📍 이 입지, 투자할 만한 곳인가?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상가주택으로서 상업 기능과 주거 기능을 함께 수용할 수 있어, 생활밀착…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향후에는 주변 권역의 유동인구·배후주거·생활 인프라를 기반으로 1층 상가의 집객력…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IM-F2A70B  ·  3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🏢 이 건물, 어떤 자산인가?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IM-F2A70B  ·  4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📊 임대 현황과 공실, 실제로 어떤가?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IM-F2A70B  ·  5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숨은 리스크는 없는가?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준공연도 확인 권장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4314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석면 조사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 시기 자재 확인 권장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21701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1" name="Text 19"/>
          <p:cNvSpPr/>
          <p:nvPr/>
        </p:nvSpPr>
        <p:spPr>
          <a:xfrm>
            <a:off x="8304581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용도지역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04581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 / 중복지구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04581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5047488"/>
            <a:ext cx="11057839" cy="89611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5047488"/>
            <a:ext cx="11057839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🔶 우선 확인 | 🔵 일반 확인 | 공법 규제 세부 내용은 관할 관청 및 전문가 확인이 필요합니다.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IM-F2A70B  ·  6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IM-F2A70B  ·  7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2026-08-14T11:09:47Z</dcterms:created>
  <dcterms:modified xsi:type="dcterms:W3CDTF">2026-08-14T11:09:47Z</dcterms:modified>
</cp:coreProperties>
</file>