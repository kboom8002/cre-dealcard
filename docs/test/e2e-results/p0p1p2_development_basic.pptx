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용산구 한남동 나대지 (개발형)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용산구 한남동 456-78 외 2필지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3,200㎡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1,250㎡ (약 378평) — 3필지 합산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매매 시장 적정가 수준 대비 안정적 월 임대수익 창출 기반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가치: 향후 권역 지가 상승 및 공법상 밸류업을 통한 자본이득 실현 가능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용산구 한남동 456-78 외 2필지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1,250㎡ (약 378평) — 3필지 합산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 단독주택 3동 (철거 예정)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접면도로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(남측), 4m (동측)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용산구 한남동 456-78 외 2필지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Land Detail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제2종일반주거지역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60% 이하, 용적률 200% 이하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일조권/사선제한 적용 시 유효 용적률 약 178%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일조권/사선제한 적용 시 유효 용적률 약 178%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평탄, 레벨차 약 1.2m (남→북 경사)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3필지 합필 시 정형 필지 확보 (약 25m × 50m)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3필지 합필 시 정형 필지 확보 (약 25m × 50m)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한남대로 접근성 우수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한남대로 접근성 우수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사업성분석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기존 주택 3동 세입자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기존 주택 3동 세입자 6가구 명도 필요, 이주비 약 12억 소요 예상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리스크: 제2종일반주거 용적률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리스크: 제2종일반주거 용적률 변경 가능성 낮음, 건축심의 6개월 소요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리스크: 토양오염 사전조사 필요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리스크: 토양오염 사전조사 필요 (인접 주유소 이력), 석면조사 예정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지장물 리스크: 동측 4m 도로 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지장물 리스크: 동측 4m 도로 내 전신주 이설 필요 (한전 협의 중)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 리스크: 북측 인접 대지 기존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 리스크: 북측 인접 대지 기존 건물 고도 제한 영향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한남 최고급 주거벨트 내 희소한 3필지 정형 개발부지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한남 최고급 주거벨트 내 희소한 3필지 정형 개발부지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총사업비 255억 대비 분양매출 437억, 예상 수익률 71.4%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총사업비 255억 대비 분양매출 437억, 예상 수익률 71.4%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한남뉴타운 개발 프리미엄 및 하이엔드 주거 수요 풍부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한남뉴타운 개발 프리미엄 및 하이엔드 주거 수요 풍부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[실행] 인허가 조건부 계약 가능으로 사업 안정성 극대화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[실행] 인허가 조건부 계약 가능으로 사업 안정성 극대화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093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87168" y="505663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 및 부지 실사 자료 열람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제출 (개발 컨셉 포함)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— 지반조사, 토양검사, 권리분석, 인허가 사전검토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(인허가 조건부 특약 가능)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