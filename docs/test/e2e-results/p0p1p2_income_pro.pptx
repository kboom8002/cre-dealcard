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근생빌딩 (임대수익형)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강남구 역삼동 123-45 역삼프라임타워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65억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매매 시장 적정가 수준 대비 안정적 월 임대수익 창출 기반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가치: 향후 권역 지가 상승 및 공법상 밸류업을 통한 자본이득 실현 가능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강남구 역삼동 123-45 역삼프라임타워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520㎡ (약 157평)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3,200㎡ (약 968평)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58.2% / 용적률: 385.5%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지하1층 ~ 지상8층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2015년 3월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34" name="Shape 3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5" name="Text 3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강남구 역삼동 123-45 역삼프라임타워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 스타벅스코리아주식회사강남역삼로점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5억, 월세 2,200만, 만기 2028.06 (잔여 WALE 안정)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- 2F 한국프랜차이즈산업협회서울지회사무소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3억, 월세 1,100만, 만기 2027.12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- 3-4F (주)디지털솔루션파트너스코리아남부지사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4억, 월세 1,800만, 만기 2029.03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- 5F 법무법인(유한)정의와공정서울제2사무소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2억, 월세 950만, 만기 2027.08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- 6F 하나생명보험주식회사강남영업본부지점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2.5억, 월세 1,050만, 만기 2028.09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7F 현재 공실 (전 임차인 원상복구 완료)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- 8F (주)에이아이테크놀로지코리아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1.5억, 월세 800만, 만기 2028.11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46227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6227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 주차장 (자주식 25대)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8907" y="446227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 스타벅스코리아주식회사강남역삼로점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5억, 월세 2,200만, 만기 2028.06 (잔여 WALE 안정)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 한국프랜차이즈산업협회서울지회사무소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3억, 월세 1,100만, 만기 2027.12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3-4F (주)디지털솔루션파트너스코리아남부지사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4억, 월세 1,800만, 만기 2029.03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 법무법인(유한)정의와공정서울제2사무소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2억, 월세 950만, 만기 2027.08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6F 하나생명보험주식회사강남영업본부지점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2.5억, 월세 1,050만, 만기 2028.09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7F 현재 공실 (전 임차인 원상복구 완료)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7F 현재 공실 (전 임차인 원상복구 완료)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8F (주)에이아이테크놀로지코리아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1.5억, 월세 800만, 만기 2028.11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 주차장 (자주식 25대)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 주차장 (자주식 25대)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월 임대수입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7,900만원 (7F 공실 제외)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18억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연 NOI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7.9억 (관리비 별도)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Cap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5.27%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DCF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DCF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Sensitivity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민감도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민감도 분석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05740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11226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6712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86584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187288" y="205740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6187288" y="211226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6370168" y="216712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70168" y="2386584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민감도는 Pro IM 상세 정보 입력 후 산출됩니다.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Loan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구조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Tax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세금 추정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[교통] 강남역 도보 5분 프라임 입지, 테헤란로 접근성 우수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[교통] 강남역 도보 5분 프라임 입지, 테헤란로 접근성 우수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신논현역세권 개발 호재로 중장기 시세 상승 기대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신논현역세권 개발 호재로 중장기 시세 상승 기대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 순수익률 5.27% — 인근 유사매물 대비 약 40bp 우위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 순수익률 5.27% — 인근 유사매물 대비 약 40bp 우위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[임대] 주요 임차인 WALE 2.8년으로 안정적 현금흐름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[임대] 주요 임차인 WALE 2.8년으로 안정적 현금흐름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매물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인근A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인근B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5.27%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4.85%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5.10%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12.5%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2.8년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66928" y="5522976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632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487168" y="5596128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14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정밀안전진단 A등급,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정밀안전진단 A등급, 내진설계 적용 (1등급)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안정: 주요 임차인 신용등급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안정: 주요 임차인 신용등급 AA급, WALE 2.8년으로 양호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권리관계: 근저당 설정액 50억 (K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권리관계: 근저당 설정액 50억 (KB국민은행), 가압류/가처분 없음, 권리관계 투명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7F 공실 이미 원상복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7F 공실 이미 원상복구 완료, 현재 임차인 전원 명도 분쟁 이력 없음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2기 2024년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2기 2024년 점검 완료, 냉난방 EHP 2022년 교체, 설비 양호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15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비밀유지약정(NDA) 체결 및 자료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의향서(LOI) 제출 및 매도자 검토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실사(Due Diligence) 진행 — 법률·물리·환경·재무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매매계약(SPA) 체결 및 잔금 정산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17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