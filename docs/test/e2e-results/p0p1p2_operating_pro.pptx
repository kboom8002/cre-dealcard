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중구 을지로 비즈니스호텔 (운영형)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중구 을지로3가 을지로비즈니스호텔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실질 GOP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7.9억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680㎡ (약 206평)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5,800㎡ (약 1,754평)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148실 (스탠다드 98실, 디럭스 38실, 스위트 12실)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중구 을지로3가 을지로비즈니스호텔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680㎡ (약 206평)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5,800㎡ (약 1,754평)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객실수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148실 (스탠다드 98실, 디럭스 38실, 스위트 12실)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6월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숙박시설 (관광호텔업)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중구 을지로3가 을지로비즈니스호텔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KPI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운영현황 (KPI)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가동률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03474" y="141732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78.5% (2025년 실적)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837944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3794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 (평균객실단가)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03474" y="183794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14.2만원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258568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58568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RevPAR (객실당수익)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103474" y="2258568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11.1만원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679192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9192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객실매출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03474" y="2679192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60억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099816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9816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매출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103474" y="3099816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8.2억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520440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20440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기타매출(부대시설)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03474" y="3520440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3.1억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667512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941064"/>
            <a:ext cx="25365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총매출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103474" y="3941064"/>
            <a:ext cx="41385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71.3억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4809744"/>
            <a:ext cx="36576" cy="11247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64608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508406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대기업 장기 책임임차(Master Lease) 및 첨단 설비 스펙을 바탕으로 공실 리스크 없는 안정적인 운영 성과를 확보하고 있습니다.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2492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153619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66420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가동률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0" y="184708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78.5% (2025년 실적)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07808" y="304495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17296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 (평균객실단가)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72400" y="335584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14.2만원</a:t>
            </a:r>
            <a:endParaRPr lang="en-US" sz="2500" dirty="0"/>
          </a:p>
        </p:txBody>
      </p:sp>
      <p:sp>
        <p:nvSpPr>
          <p:cNvPr id="36" name="Shape 34"/>
          <p:cNvSpPr/>
          <p:nvPr/>
        </p:nvSpPr>
        <p:spPr>
          <a:xfrm>
            <a:off x="7607808" y="4553712"/>
            <a:ext cx="4016959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681728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RevPAR (객실당수익)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0" y="4864608"/>
            <a:ext cx="3687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11.1만원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Revenue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Seasonality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및 변동성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Operator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가동률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78.5% (2025년 실적)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ADR (평균객실단가)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14.2만원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RevPAR (객실당수익)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11.1만원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객실매출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60억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매출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8.2억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기타매출(부대시설)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3.1억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총매출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71.3억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명동·을지로 핵심 관광특구 내 148실 비즈니스 호텔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명동·을지로 핵심 관광특구 내 148실 비즈니스 호텔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연간 실질 영업이익 (GOP) 28.1억 원, GOP 마진 39.4%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연간 실질 영업이익 (GOP) 28.1억 원, GOP 마진 39.4%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연간 가동률 78.5%, RevPAR 11.1만 원 우수한 운영 지표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연간 가동률 78.5%, RevPAR 11.1만 원 우수한 운영 지표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전문 위탁운영사 승계로 매입 직후 무중단 수익 창출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전문 위탁운영사 승계로 매입 직후 무중단 수익 창출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리스크: 호텔 서비스 인력 수급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인력 리스크: 호텔 서비스 인력 수급 경쟁 심화, 최저임금 연 5%+ 상승 추세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을지로권 신규 호텔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리스크: 을지로권 신규 호텔 2건 2027년 개장 예정, 공급 과잉 주의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리스크: 객실 인테리어 리노베이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리스크: 객실 인테리어 리노베이션 주기 7년 (2025년 예정), 약 15억 소요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리스크: 여름(7-8월) 성수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리스크: 여름(7-8월) 성수기 가동률 92% vs 겨울(1-2월) 비수기 58%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리스크: 현 위탁운영사 계약 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리스크: 현 위탁운영사 계약 2027년 만료, 재계약 조건 협상 필요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 및 운영 실적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제출 (운영 계획 포함)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— 재무/운영/시설/법률/환경 실사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(운영권 양수도 포함)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