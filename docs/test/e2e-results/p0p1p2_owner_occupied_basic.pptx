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마포구 상암동 사옥 매입 건 (자가사용형)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280억원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280억원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김태호 수석전문위원  |  CREDEAL 프라임 파트너스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마포구 상암동 1688 DMC파크타워 3개층 구분소유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280억원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마포구 상암동 1688 DMC파크타워 3개층 구분소유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280억원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2,850㎡ (약 862평) — 12층~14층 전층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공용면적 포함 연면적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3,420㎡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37710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170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4170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52.8% / 용적률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" y="49011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23036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534009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5340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530352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안전판: 핵심권역 핵심 입지 및 우량 대지 지분 가치로 하방 경직성 확보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핵심 입지 및 대중교통 접근성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지하철역 도보 5분 이내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 조건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간선도로 직결로 차량 진출입 및 가시성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업무지구 및 상업지구 유동인구 풍부한 핵심 상권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매물정보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마포구 상암동 1688 DMC파크타워 3개층 구분소유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280억원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2,850㎡ (약 862평) — 12층~14층 전층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공용면적 포함 연면적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3,420㎡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52.8% / 용적률: 798.5%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2012년 11월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준주거지역 (상업지역 접경)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철골철근콘크리트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8F5CC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마포구 상암동 1688 DMC파크타워 3개층 구분소유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Plan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적합성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전용률 83.3%로 효율적 공간 활용 가능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전용률 83.3%로 효율적 공간 활용 가능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3개층 연접 사용으로 부서간 커뮤니케이션 용이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3개층 연접 사용으로 부서간 커뮤니케이션 용이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구내식당, 피트니스, 카페테리아 등 복합 편의시설 완비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구내식당, 피트니스, 카페테리아 등 복합 편의시설 완비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및 사옥 단독 명칭 표기(간판 설치권) 가능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및 사옥 단독 명칭 표기(간판 설치권) 가능 확인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120대 확보 (1대/25㎡ 기준 초과 달성)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120대 확보 (1대/25㎡ 기준 초과 달성)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Vs Lease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비교 — 임대 vs 자가사용 10년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380억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280억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(매입가)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3.2억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(보증금+월세+관리비)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대출이자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1.2억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310억+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NPV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68억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안전: 2023년 정밀점검 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안전: 2023년 정밀점검 B등급, 내진보강 완료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3360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3360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3360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3061960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1960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리스크: 1대/25㎡ 기준 충족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1960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리스크: 1대/25㎡ 기준 충족, 지하4층 자주식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9792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9792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9792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8392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28392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리스크: 승강기 6기 2024년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28392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리스크: 승강기 6기 2024년 교체 완료, 냉난방 시스템 2023년 리뉴얼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6224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224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224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Text 24"/>
          <p:cNvSpPr/>
          <p:nvPr/>
        </p:nvSpPr>
        <p:spPr>
          <a:xfrm>
            <a:off x="7594824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94824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 접근성: 디지털미디어시티역 도보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4824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 접근성: 디지털미디어시티역 도보 3분, 월드컵경기장역 7분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32655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2655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632655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2" name="Text 30"/>
          <p:cNvSpPr/>
          <p:nvPr/>
        </p:nvSpPr>
        <p:spPr>
          <a:xfrm>
            <a:off x="9861255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61255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적격: 구분소유 관리규약상 사옥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61255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적격: 구분소유 관리규약상 사옥 전환 제한 없음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벤치마크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[건물] DMC 핵심 미디어 클러스터 랜드마크 사옥 입지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[건물] DMC 핵심 미디어 클러스터 랜드마크 사옥 입지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446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738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임대료 지출 대비 10년 누적 약 68억 원 절감 효과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446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임대료 지출 대비 10년 누적 약 68억 원 절감 효과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9844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[실행] 3개층 연접 통사용으로 기업 보안 및 단독 브랜딩 확보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[실행] 3개층 연접 통사용으로 기업 보안 및 단독 브랜딩 확보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586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586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46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738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[안전] 120대 자주식 주차 및 완벽한 편의시설 완비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[안전] 120대 자주식 주차 및 완벽한 편의시설 완비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98348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093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87168" y="505663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매각절차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비밀유지약정(NDA) 체결 및 실사 자료 수령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의향서(LOI) 제출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실사(Due Diligence) — 구조안전, 설비, 권리분석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잔금 지급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2026-08-23T00:37:32Z</dcterms:created>
  <dcterms:modified xsi:type="dcterms:W3CDTF">2026-08-23T00:37:32Z</dcterms:modified>
</cp:coreProperties>
</file>