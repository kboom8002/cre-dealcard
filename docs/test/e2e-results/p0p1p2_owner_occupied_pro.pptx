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마포구 상암동 사옥 매입 건 (자가사용형)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마포구 상암동 1688 DMC파크타워 3개층 구분소유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마포구 상암동 1688 DMC파크타워 3개층 구분소유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전용면적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2,850㎡ (약 862평) — 12층~14층 전층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692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공용면적 포함 연면적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3,420㎡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377108" y="34290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1700" y="35570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541700" y="37398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52.8% / 용적률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66928" y="4901184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23036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534009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534009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07008" y="530352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645920"/>
            <a:ext cx="6858000" cy="1828800"/>
          </a:xfrm>
          <a:prstGeom prst="roundRect">
            <a:avLst>
              <a:gd name="adj" fmla="val 3000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71907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물리 스펙 요약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6528816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마포구 상암동 1688 DMC파크타워 3개층 구분소유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280억원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2,850㎡ (약 862평) — 12층~14층 전층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공용면적 포함 연면적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3,420㎡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52.8% / 용적률: 798.5%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2012년 11월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준주거지역 (상업지역 접경)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철골철근콘크리트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마포구 상암동 1688 DMC파크타워 3개층 구분소유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Plan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사옥 적합성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전용률 83.3%로 효율적 공간 활용 가능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전용률 83.3%로 효율적 공간 활용 가능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3개층 연접 사용으로 부서간 커뮤니케이션 용이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3개층 연접 사용으로 부서간 커뮤니케이션 용이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구내식당, 피트니스, 카페테리아 등 복합 편의시설 완비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구내식당, 피트니스, 카페테리아 등 복합 편의시설 완비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사옥 단독 명칭 표기(간판 설치권) 가능 확인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사옥 단독 명칭 표기(간판 설치권) 가능 확인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120대 확보 (1대/25㎡ 기준 초과 달성)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120대 확보 (1대/25㎡ 기준 초과 달성)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Vs Lease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비교 — 임대 vs 자가사용 10년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6675120" cy="914400"/>
        </p:xfrm>
        <a:graphic>
          <a:graphicData uri="http://schemas.openxmlformats.org/drawingml/2006/table">
            <a:tbl>
              <a:tblPr/>
              <a:tblGrid>
                <a:gridCol w="2225040"/>
                <a:gridCol w="2225040"/>
                <a:gridCol w="22250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임대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누적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380억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280억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(매입가)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3.2억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(보증금+월세+관리비)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대출이자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1.2억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자산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310억+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NPV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차이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68억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유리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Commute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 및 접근성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전용률 83.3%로 효율적 공간 활용 가능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70475" y="148132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053328" y="197510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53328" y="197510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3개층 연접 사용으로 부서간 커뮤니케이션 용이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70475" y="197510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053328" y="246888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46888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구내식당, 피트니스, 카페테리아 등 복합 편의시설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170475" y="246888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53328" y="29626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96265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기업 단독 브랜딩 및 사옥 단독 명칭 표기(간판 설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70475" y="296265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53328" y="345643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3456432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120대 확보 (1대/25㎡ 기준 초과 달성)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70475" y="3456432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Value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자산가치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비용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380억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비용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3.2억 (보증금+월세+관리비)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10년 후 자산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NPV 차이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분석 포인트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건물 제원은 실사 자료를 참조하시기 바랍니다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현황 및 규모는 첨부 대장을 기준으로 합니다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3" name="Shape 21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관리 상태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상태 및 설비 현황은 실사 보고서를 참조하십시오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자금 조달 및 대출 조건은 금융 자문 후 확정됩니다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실사 단계에서 구체적인 계약 조건 및 세무 검토가 진행됩니다</a:t>
            </a:r>
            <a:endParaRPr lang="en-US" sz="93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[건물] DMC 핵심 미디어 클러스터 랜드마크 사옥 입지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[건물] DMC 핵심 미디어 클러스터 랜드마크 사옥 입지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임대료 지출 대비 10년 누적 약 68억 원 절감 효과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[전략] 임대료 지출 대비 10년 누적 약 68억 원 절감 효과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[실행] 3개층 연접 통사용으로 기업 보안 및 단독 브랜딩 확보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[실행] 3개층 연접 통사용으로 기업 보안 및 단독 브랜딩 확보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3177540"/>
            <a:ext cx="5368900" cy="1623060"/>
          </a:xfrm>
          <a:prstGeom prst="roundRect">
            <a:avLst>
              <a:gd name="adj" fmla="val 45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3177540"/>
            <a:ext cx="54864" cy="16230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33604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33604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33421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[안전] 120대 자주식 주차 및 완벽한 편의시설 완비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707892"/>
            <a:ext cx="4911700" cy="964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[안전] 120대 자주식 주차 및 완벽한 편의시설 완비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66928" y="4983480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509320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487168" y="5056632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안전: 2023년 정밀점검 B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안전: 2023년 정밀점검 B등급, 내진보강 완료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리스크: 1대/25㎡ 기준 충족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 리스크: 1대/25㎡ 기준 충족, 지하4층 자주식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리스크: 승강기 6기 2024년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리스크: 승강기 6기 2024년 교체 완료, 냉난방 시스템 2023년 리뉴얼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 접근성: 디지털미디어시티역 도보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통근 접근성: 디지털미디어시티역 도보 3분, 월드컵경기장역 7분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적격: 구분소유 관리규약상 사옥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적격: 구분소유 관리규약상 사옥 전환 제한 없음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비밀유지약정(NDA) 체결 및 실사 자료 수령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의향서(LOI) 제출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실사(Due Diligence) — 구조안전, 설비, 권리분석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및 잔금 지급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