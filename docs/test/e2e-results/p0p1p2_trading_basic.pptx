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성동구 성수동 밸류업 오피스 (단기매매형)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김태호 수석전문위원  |  CREDEAL 프라임 파트너스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성동구 성수동2가 성수밸류스퀘어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380㎡ (약 115평)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1,520㎡ (약 460평)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지하1층~지상5층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" y="49011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23036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534009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5340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530352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안전판: 핵심권역 핵심 입지 및 우량 대지 지분 가치로 하방 경직성 확보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핵심 입지 및 대중교통 접근성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지하철역 도보 5분 이내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 조건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간선도로 직결로 차량 진출입 및 가시성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업무지구 및 상업지구 유동인구 풍부한 핵심 상권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매물정보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성동구 성수동2가 성수밸류스퀘어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380㎡ (약 115평)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1,520㎡ (약 460평)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지하1층~지상5층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2008년 (리모델링: 2023년)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근린생활시설+업무시설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8F5CC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성동구 성수동2가 성수밸류스퀘어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Market Position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시장포지션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 오피스 평균 시세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2,800만~3,200만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 평당가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2,065만 (연면적 기준)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리모델링 후 공실률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0% (만실)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신축 대비 약 25% 할인 → 캡레이트 갭 존재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신축 대비 약 25% 할인 → 캡레이트 갭 존재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비교매물 분석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1842973"/>
                <a:gridCol w="1842973"/>
                <a:gridCol w="1842973"/>
                <a:gridCol w="1842973"/>
                <a:gridCol w="184297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연면적(평)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평당가(만)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460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2,065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리모델링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A오피스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3,100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4.2%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B빌딩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520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2,450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뚝섬역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C빌딩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2,800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리모델링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서울숲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D오피스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3,300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리스크: 성수동 공급 물량 증가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리스크: 성수동 공급 물량 증가 추세, 2027년 대형 오피스 준공 예정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3360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3360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3360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3061960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1960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유동성 리스크: 중소형 빌딩 매각 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1960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유동성 리스크: 중소형 빌딩 매각 소요기간 평균 6-12개월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9792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9792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9792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8392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28392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리스크: 리모델링 후 신규 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28392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리스크: 리모델링 후 신규 임차인 계약기간 평균 2년, 갱신율 미확인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6224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224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224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Text 24"/>
          <p:cNvSpPr/>
          <p:nvPr/>
        </p:nvSpPr>
        <p:spPr>
          <a:xfrm>
            <a:off x="7594824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94824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담보 리스크: 근저당 설정 45억 (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4824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담보 리스크: 근저당 설정 45억 (기관대출), 담보비율 47.4%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32655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2655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632655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2" name="Text 30"/>
          <p:cNvSpPr/>
          <p:nvPr/>
        </p:nvSpPr>
        <p:spPr>
          <a:xfrm>
            <a:off x="9861255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61255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리스크: 2008년 원구조물 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61255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리스크: 2008년 원구조물 기반 리모델링 — 주요 구조부 점검 필요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벤치마크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핵심 상권 리모델링 완료 자산 — 밸류업 프리미엄 미반영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185623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핵심 상권 리모델링 완료 자산 — 밸류업 프리미엄 미반영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132588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132588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446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738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2,065만 vs 인근 신축 3,100만 → 약 33% 가격 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4468" y="185623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2,065만 vs 인근 신축 3,100만 → 약 33% 가격 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72034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72034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29032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29032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98448" y="28849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만실 운영 중, 연 수익률 6.8% (인근 평균 4.5% 대비 +230bp)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325069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만실 운영 중, 연 수익률 6.8% (인근 평균 4.5% 대비 +230bp)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5868" y="272034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5868" y="272034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29032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468" y="29032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7388" y="28849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전략정비지구 지정 기대 → 중장기 토지가치 상승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325069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전략정비지구 지정 기대 → 중장기 토지가치 상승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23360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2764460"/>
                <a:gridCol w="2764460"/>
                <a:gridCol w="27644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매물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권역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매력도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최우수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수익성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66928" y="5522976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" y="5632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487168" y="5596128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매각절차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 및 운영자료/리모델링 도면 열람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LOI 제출 및 매도자 가격 협의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— 구조안전/법률/환경/재무 정밀 실사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잔금 지급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2026-08-23T00:37:32Z</dcterms:created>
  <dcterms:modified xsi:type="dcterms:W3CDTF">2026-08-23T00:37:32Z</dcterms:modified>
</cp:coreProperties>
</file>