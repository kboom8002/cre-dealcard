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image" Target="../media/image-9-4.jpeg"/><Relationship Id="rId5" Type="http://schemas.openxmlformats.org/officeDocument/2006/relationships/image" Target="../media/image-9-5.jpeg"/><Relationship Id="rId6" Type="http://schemas.openxmlformats.org/officeDocument/2006/relationships/image" Target="../media/image-9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로뎀나무내과·고은약국 장기 임차 만실 · 11년 미인상 임대료 정상화 시 47% 상승 여력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당산역 도보 5분 역세권 및 8m 도로 2면 접면 (코너) 접면, 영등포/당산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153평·연면적 345평·평당 약 3,331만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1.56%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225.14% (준공업지역 법정 400% 대비 여력 보유)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42569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23160" y="44256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4864608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64608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412541" y="4864608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5367528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5367528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12541" y="5367528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42" name="Shape 39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0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상업시설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영등포농협 하나로마트 당산역점 도보 1분 (약 98m)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89320" y="377647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776472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549323" y="3776472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커넥트인터내셔널 도보 2분 (약 122m)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89320" y="440740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446227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449884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470001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20279" y="1645920"/>
            <a:ext cx="3840480" cy="2395728"/>
          </a:xfrm>
          <a:prstGeom prst="roundRect">
            <a:avLst>
              <a:gd name="adj" fmla="val 2290"/>
            </a:avLst>
          </a:prstGeom>
          <a:solidFill>
            <a:srgbClr val="E8F4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720279" y="1700784"/>
            <a:ext cx="36576" cy="228600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3" name="Text 3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6583" y="1938528"/>
            <a:ext cx="35844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지적도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연속지적도 (V-World)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89320" y="4005072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98448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2996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221284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9808" y="553212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49808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66928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555955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55955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카페(자가)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5559552"/>
            <a:ext cx="116814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66928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50517" y="5056632"/>
            <a:ext cx="15019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3669" y="505663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51658" y="505663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24평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6928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50517" y="4553712"/>
            <a:ext cx="15019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3669" y="455371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51658" y="455371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32평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6928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283132" y="4050792"/>
            <a:ext cx="263667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56284" y="4050792"/>
            <a:ext cx="1582003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865135" y="4050792"/>
            <a:ext cx="92283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76평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66928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83132" y="3547872"/>
            <a:ext cx="263667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6284" y="3547872"/>
            <a:ext cx="1582003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865135" y="3547872"/>
            <a:ext cx="92283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76평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6928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717015" y="3044952"/>
            <a:ext cx="1768907" cy="44805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90167" y="3044952"/>
            <a:ext cx="106134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78359" y="3044952"/>
            <a:ext cx="619117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51평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66928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50517" y="2542032"/>
            <a:ext cx="1501902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23669" y="254203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751658" y="254203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25평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66928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633576" y="2039112"/>
            <a:ext cx="1935785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706728" y="2039112"/>
            <a:ext cx="116147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795046" y="2039112"/>
            <a:ext cx="67752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56평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23.7평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31.9평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2026-04-17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51.1평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2025-04-30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55.6평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436.0평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 4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주출입구 및 1층 간판 (로뎀나무내과·고은약국)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주차장 (8대)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2026-09-20T10:07:29Z</dcterms:created>
  <dcterms:modified xsi:type="dcterms:W3CDTF">2026-09-20T10:07:29Z</dcterms:modified>
</cp:coreProperties>
</file>