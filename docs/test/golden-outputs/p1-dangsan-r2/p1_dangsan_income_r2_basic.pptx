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85416" y="555955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317평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72184" y="505663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17904" y="50566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472184" y="455371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17904" y="455371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9109" y="405079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2261" y="405079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39330" y="405079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99109" y="354787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2261" y="354787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39330" y="354787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84402" y="3044952"/>
            <a:ext cx="116311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30122" y="3044952"/>
            <a:ext cx="107167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472184" y="2542032"/>
            <a:ext cx="98755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17904" y="25420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329538" y="2039112"/>
            <a:ext cx="127284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5258" y="2039112"/>
            <a:ext cx="118140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116128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317.4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11년 경과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168.9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1441.3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2026-09-24T11:23:03Z</dcterms:created>
  <dcterms:modified xsi:type="dcterms:W3CDTF">2026-09-24T11:23:03Z</dcterms:modified>
</cp:coreProperties>
</file>