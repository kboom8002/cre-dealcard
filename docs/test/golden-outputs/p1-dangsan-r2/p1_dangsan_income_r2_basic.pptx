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jpeg"/><Relationship Id="rId6" Type="http://schemas.openxmlformats.org/officeDocument/2006/relationships/image" Target="../media/image-8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06040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115억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2026.09.22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로뎀나무내과·고은약국 장기 임차 만실 · 11년 미인상 임대료 정상화 시 47% 상승 여력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153.3평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345.2평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당산역 도보 5분 역세권 및 8m 도로 2면 접면 (코너) 접면, 영등포/당산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153평·연면적 345평·평당 약 3,331만 원 규모 단독 빌딩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1.56% 기반 안정적 임대수익 자산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231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23160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1141.15㎡ (345.2평)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256.12㎡ (77.5평, 건폐율 50.54%)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2316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225.14% (준공업지역 법정 400% 대비 여력 보유)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철근콘크리트조 / 개별냉난방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231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2002년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1분 (약 51m)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주요 상업·업무 권역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상업시설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영등포농협 하나로마트 당산역점 도보 1분 (약 98m)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커넥트인터내셔널 도보 2분 (약 122m)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50.54% (법정 상한 60%)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225.14% (법정 상한 400%)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89320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549323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989320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29" name="Shape 26"/>
          <p:cNvSpPr/>
          <p:nvPr/>
        </p:nvSpPr>
        <p:spPr>
          <a:xfrm>
            <a:off x="5989320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7"/>
          <p:cNvSpPr/>
          <p:nvPr/>
        </p:nvSpPr>
        <p:spPr>
          <a:xfrm>
            <a:off x="6135624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135624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50.54%, 용적률 225.14%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접면으로 보행자 접근성 및 차량 진출입 동선 우수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37160" cy="137160"/>
          </a:xfrm>
          <a:prstGeom prst="rect">
            <a:avLst/>
          </a:prstGeom>
          <a:solidFill>
            <a:srgbClr val="C9A9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65960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214884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5532120"/>
            <a:ext cx="2560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5800" y="5349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2920" y="55321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68680" y="555955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555955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카페(자가)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185416" y="5559552"/>
            <a:ext cx="7680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317평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02920" y="50292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72184" y="5056632"/>
            <a:ext cx="98755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17904" y="5056632"/>
            <a:ext cx="89611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약국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45262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472184" y="4553712"/>
            <a:ext cx="98755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17904" y="4553712"/>
            <a:ext cx="89611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2920" y="402336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99109" y="4050792"/>
            <a:ext cx="17337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72261" y="4050792"/>
            <a:ext cx="104022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139330" y="4050792"/>
            <a:ext cx="6067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252평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2920" y="35204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99109" y="3547872"/>
            <a:ext cx="17337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2261" y="3547872"/>
            <a:ext cx="104022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헬쓰장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139330" y="3547872"/>
            <a:ext cx="6067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252평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02920" y="30175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384402" y="3044952"/>
            <a:ext cx="1163117" cy="448056"/>
          </a:xfrm>
          <a:prstGeom prst="rect">
            <a:avLst/>
          </a:prstGeom>
          <a:solidFill>
            <a:srgbClr val="C9A9A6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430122" y="3044952"/>
            <a:ext cx="1071677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와인매장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25146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472184" y="2542032"/>
            <a:ext cx="987552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517904" y="2542032"/>
            <a:ext cx="89611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20116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329538" y="2039112"/>
            <a:ext cx="1272845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75258" y="2039112"/>
            <a:ext cx="1181405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2920" y="6080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45920"/>
          <a:ext cx="6805879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"/>
                <a:gridCol w="868680"/>
                <a:gridCol w="1188720"/>
                <a:gridCol w="749808"/>
                <a:gridCol w="749808"/>
                <a:gridCol w="658368"/>
                <a:gridCol w="658368"/>
                <a:gridCol w="658368"/>
                <a:gridCol w="50292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호실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용도/업종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전용면적(㎡)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관리비(만원)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카페(자가)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카페(자가)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317.4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자가사용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임대 11년 경과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105.5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252.2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252.2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2026-04-17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168.9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2025-04-30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자가사용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1441.3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1,946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정면 외관 (B1~5F, 벽돌 구조)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(자주식 주차장 진입로)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주출입구 및 1층 간판 (로뎀나무내과·고은약국)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층별 공용 복도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임차 전용 공간 (사무실 내부)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주차장 (8대)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정현우 수석팀장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2026-09-22T04:17:30Z</dcterms:created>
  <dcterms:modified xsi:type="dcterms:W3CDTF">2026-09-22T04:17:30Z</dcterms:modified>
</cp:coreProperties>
</file>