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image" Target="../media/image-9-4.jpeg"/><Relationship Id="rId5" Type="http://schemas.openxmlformats.org/officeDocument/2006/relationships/image" Target="../media/image-9-5.jpeg"/><Relationship Id="rId6" Type="http://schemas.openxmlformats.org/officeDocument/2006/relationships/image" Target="../media/image-9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564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97764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9776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 (메디컬빌딩)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397764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397764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480560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590288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115억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로뎀나무내과·고은약국 장기 임차 만실 · 11년 미인상 임대료 정상화 시 47% 상승 여력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153.3평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345.2평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B1/F5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당산역 도보 5분 역세권 및 8m 도로 2면 접면 (코너) 접면, 영등포/당산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153평·연면적 345평·평당 약 3,331만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1.56%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당산동5가 11-47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1141.15㎡ (345.2평)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256.12㎡ (77.5평, 건폐율 50.54%)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225.14% (준공업지역 법정 400% 대비 여력 보유)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철근콘크리트조 / 개별냉난방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2002년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42569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425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23160" y="442569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B1~5F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4864608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64608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412541" y="4864608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5367528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5367528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12541" y="5367528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42" name="Shape 39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0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1분 (약 51m)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주요 상업·업무 권역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상업시설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영등포농협 하나로마트 당산역점 도보 1분 (약 98m)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989320" y="377647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776472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549323" y="3776472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커넥트인터내셔널 도보 2분 (약 122m)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989320" y="440740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446227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449884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470001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당산역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[필지 형상 확인 필요]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7,501만 원/평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20279" y="1645920"/>
            <a:ext cx="3840480" cy="2395728"/>
          </a:xfrm>
          <a:prstGeom prst="roundRect">
            <a:avLst>
              <a:gd name="adj" fmla="val 2290"/>
            </a:avLst>
          </a:prstGeom>
          <a:solidFill>
            <a:srgbClr val="E8F4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720279" y="1700784"/>
            <a:ext cx="36576" cy="2286000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3" name="Text 3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6583" y="1938528"/>
            <a:ext cx="358444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50.54%, 용적률 225.14%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8m 도로 2면 접면 (코너) 접면으로 보행자 접근성 및 차량 진출입 동선 우수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지적도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연속지적도 (V-World)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506.8㎡ (153.3평)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50.54% (법정 상한 60%)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225.14% (법정 상한 400%)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89320" y="4005072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C9A9A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98448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9" name="Text 7"/>
          <p:cNvSpPr/>
          <p:nvPr/>
        </p:nvSpPr>
        <p:spPr>
          <a:xfrm>
            <a:off x="148132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2996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221284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9808" y="5532120"/>
            <a:ext cx="3703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49808" y="53492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66928" y="55321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32688" y="5559552"/>
            <a:ext cx="3337560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559552"/>
            <a:ext cx="200253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카페(자가)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5559552"/>
            <a:ext cx="116814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96평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66928" y="50292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50517" y="5056632"/>
            <a:ext cx="15019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23669" y="5056632"/>
            <a:ext cx="90114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약국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51658" y="5056632"/>
            <a:ext cx="52566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24평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66928" y="45262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850517" y="4553712"/>
            <a:ext cx="150190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23669" y="4553712"/>
            <a:ext cx="90114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51658" y="4553712"/>
            <a:ext cx="52566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32평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66928" y="402336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283132" y="4050792"/>
            <a:ext cx="263667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56284" y="4050792"/>
            <a:ext cx="1582003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865135" y="4050792"/>
            <a:ext cx="92283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76평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66928" y="352044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83132" y="3547872"/>
            <a:ext cx="2636672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56284" y="3547872"/>
            <a:ext cx="1582003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헬쓰장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865135" y="3547872"/>
            <a:ext cx="92283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76평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66928" y="301752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717015" y="3044952"/>
            <a:ext cx="1768907" cy="448056"/>
          </a:xfrm>
          <a:prstGeom prst="rect">
            <a:avLst/>
          </a:prstGeom>
          <a:solidFill>
            <a:srgbClr val="C9A9A6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90167" y="3044952"/>
            <a:ext cx="106134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와인매장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78359" y="3044952"/>
            <a:ext cx="619117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51평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66928" y="251460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50517" y="2542032"/>
            <a:ext cx="1501902" cy="448056"/>
          </a:xfrm>
          <a:prstGeom prst="rect">
            <a:avLst/>
          </a:prstGeom>
          <a:solidFill>
            <a:srgbClr val="E2E8F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23669" y="2542032"/>
            <a:ext cx="90114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751658" y="2542032"/>
            <a:ext cx="525666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25평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66928" y="2011680"/>
            <a:ext cx="320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633576" y="2039112"/>
            <a:ext cx="1935785" cy="44805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706728" y="2039112"/>
            <a:ext cx="1161471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내과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795046" y="2039112"/>
            <a:ext cx="677525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56평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66928" y="6080760"/>
            <a:ext cx="4069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렌트롤 현황 기준 층별 공간 배치도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645920"/>
          <a:ext cx="6858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188720"/>
                <a:gridCol w="1188720"/>
                <a:gridCol w="100584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층수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면적(평)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카페(자가)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96평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약국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23.7평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183만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31.9평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883만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76.3평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헬쓰장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76.3평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455만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2026-04-17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와인매장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51.1평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2025-04-30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25.1평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내과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55.6평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8개 호실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436.0평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1,946만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 4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9" name="Text 4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(115.0억원 − 2.9억원)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정면 외관 (B1~5F, 벽돌 구조)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(자주식 주차장 진입로)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주출입구 및 1층 간판 (로뎀나무내과·고은약국)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층별 공용 복도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 공간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임차 전용 공간 (사무실 내부)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주차장 (8대)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2026-09-20T11:35:15Z</dcterms:created>
  <dcterms:modified xsi:type="dcterms:W3CDTF">2026-09-20T11:35:15Z</dcterms:modified>
</cp:coreProperties>
</file>