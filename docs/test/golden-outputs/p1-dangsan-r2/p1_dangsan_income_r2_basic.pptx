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42569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44256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86460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64608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12541" y="4864608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36752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5367528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12541" y="5367528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42" name="Shape 39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0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89320" y="37764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776472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549323" y="3776472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440740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446227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449884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470001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20279" y="1645920"/>
            <a:ext cx="3840480" cy="2395728"/>
          </a:xfrm>
          <a:prstGeom prst="roundRect">
            <a:avLst>
              <a:gd name="adj" fmla="val 2290"/>
            </a:avLst>
          </a:prstGeom>
          <a:solidFill>
            <a:srgbClr val="E8F4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720279" y="1700784"/>
            <a:ext cx="36576" cy="228600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3" name="Text 3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6583" y="1938528"/>
            <a:ext cx="35844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지적도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연속지적도 (V-World)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4005072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9808" y="55321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49808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555955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5595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5559552"/>
            <a:ext cx="116814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66928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50517" y="5056632"/>
            <a:ext cx="15019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3669" y="505663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51658" y="505663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24평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50517" y="4553712"/>
            <a:ext cx="15019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3669" y="455371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51658" y="455371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6928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83132" y="4050792"/>
            <a:ext cx="263667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6284" y="4050792"/>
            <a:ext cx="1582003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865135" y="4050792"/>
            <a:ext cx="92283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76평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66928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83132" y="3547872"/>
            <a:ext cx="263667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6284" y="3547872"/>
            <a:ext cx="1582003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865135" y="3547872"/>
            <a:ext cx="92283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717015" y="3044952"/>
            <a:ext cx="176890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90167" y="3044952"/>
            <a:ext cx="1061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78359" y="3044952"/>
            <a:ext cx="61911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66928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50517" y="2542032"/>
            <a:ext cx="150190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23669" y="254203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751658" y="254203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25평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66928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633576" y="2039112"/>
            <a:ext cx="193578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706728" y="2039112"/>
            <a:ext cx="116147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795046" y="2039112"/>
            <a:ext cx="67752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56평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31.9평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436.0평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2026-09-20T11:57:46Z</dcterms:created>
  <dcterms:modified xsi:type="dcterms:W3CDTF">2026-09-20T11:57:46Z</dcterms:modified>
</cp:coreProperties>
</file>