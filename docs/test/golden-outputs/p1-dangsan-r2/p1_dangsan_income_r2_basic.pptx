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jpeg"/><Relationship Id="rId6" Type="http://schemas.openxmlformats.org/officeDocument/2006/relationships/image" Target="../media/image-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70048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70048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920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87168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1945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94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87168" y="21945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24688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87168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7432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487168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87168" y="3017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291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487168" y="3291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56616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566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87168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6549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04088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76549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84287" y="1645920"/>
            <a:ext cx="3840480" cy="29260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784287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39" name="Shape 36"/>
          <p:cNvSpPr/>
          <p:nvPr/>
        </p:nvSpPr>
        <p:spPr>
          <a:xfrm>
            <a:off x="7784287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0" name="Text 37"/>
          <p:cNvSpPr/>
          <p:nvPr/>
        </p:nvSpPr>
        <p:spPr>
          <a:xfrm>
            <a:off x="7930591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7930591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2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053328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053328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99632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99632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053328" y="388620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053328" y="388620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613331" y="388620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053328" y="4343400"/>
            <a:ext cx="5571439" cy="1234440"/>
          </a:xfrm>
          <a:prstGeom prst="roundRect">
            <a:avLst>
              <a:gd name="adj" fmla="val 4444"/>
            </a:avLst>
          </a:prstGeom>
          <a:solidFill>
            <a:srgbClr val="E8F4F8"/>
          </a:solidFill>
          <a:ln/>
        </p:spPr>
      </p:sp>
      <p:sp>
        <p:nvSpPr>
          <p:cNvPr id="29" name="Shape 26"/>
          <p:cNvSpPr/>
          <p:nvPr/>
        </p:nvSpPr>
        <p:spPr>
          <a:xfrm>
            <a:off x="6053328" y="4398264"/>
            <a:ext cx="36576" cy="11247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7"/>
          <p:cNvSpPr/>
          <p:nvPr/>
        </p:nvSpPr>
        <p:spPr>
          <a:xfrm>
            <a:off x="6199632" y="443484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199632" y="4636008"/>
            <a:ext cx="531540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2" name="Text 29"/>
          <p:cNvSpPr/>
          <p:nvPr/>
        </p:nvSpPr>
        <p:spPr>
          <a:xfrm>
            <a:off x="6053328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5364480"/>
            <a:ext cx="274320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749808" y="51816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66928" y="5364480"/>
            <a:ext cx="475488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5391912"/>
            <a:ext cx="246888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33856" y="5382768"/>
            <a:ext cx="239572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4693920"/>
            <a:ext cx="475488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97280" y="4721352"/>
            <a:ext cx="123444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4712208"/>
            <a:ext cx="116128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331720" y="4721352"/>
            <a:ext cx="123444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68296" y="4712208"/>
            <a:ext cx="116128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6928" y="4023360"/>
            <a:ext cx="475488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97280" y="4050792"/>
            <a:ext cx="246888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4041648"/>
            <a:ext cx="239572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3352800"/>
            <a:ext cx="475488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97280" y="3380232"/>
            <a:ext cx="246888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33856" y="3371088"/>
            <a:ext cx="239572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2682240"/>
            <a:ext cx="475488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97280" y="2709672"/>
            <a:ext cx="123444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33856" y="2700528"/>
            <a:ext cx="116128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331720" y="2709672"/>
            <a:ext cx="123444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68296" y="2700528"/>
            <a:ext cx="116128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" y="2011680"/>
            <a:ext cx="475488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097280" y="2039112"/>
            <a:ext cx="2468880" cy="61569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33856" y="2029968"/>
            <a:ext cx="2395728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" y="59618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50208" y="1645920"/>
          <a:ext cx="7674559" cy="914400"/>
        </p:xfrm>
        <a:graphic>
          <a:graphicData uri="http://schemas.openxmlformats.org/drawingml/2006/table">
            <a:tbl>
              <a:tblPr/>
              <a:tblGrid>
                <a:gridCol w="438912"/>
                <a:gridCol w="960120"/>
                <a:gridCol w="804672"/>
                <a:gridCol w="713232"/>
                <a:gridCol w="713232"/>
                <a:gridCol w="713232"/>
                <a:gridCol w="713232"/>
                <a:gridCol w="713232"/>
                <a:gridCol w="713232"/>
                <a:gridCol w="118872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32A3A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4361688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6F1E4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3616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분석가정 (Stabilized)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공실층을 인근 동일 용도 시세 수준으로 임대 가정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368" y="43616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2.19%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E8F4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2.1%는 시장 평균 하회 — 토지가치 상승 또는 리모델링 후 임대료 증대 가능성 검토 필요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6692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7665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95546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5546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68698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95546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405274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8024165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24165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97317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024165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133893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6692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66928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64008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6692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7665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95546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95546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68698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68698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95546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405274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8024165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24165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97317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8024165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133893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2026-10-02T04:23:48Z</dcterms:created>
  <dcterms:modified xsi:type="dcterms:W3CDTF">2026-10-02T04:23:48Z</dcterms:modified>
</cp:coreProperties>
</file>