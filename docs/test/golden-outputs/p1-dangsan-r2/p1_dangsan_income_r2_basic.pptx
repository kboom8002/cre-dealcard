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 (메디컬빌딩)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 (메디컬빌딩)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115억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로뎀나무내과·고은약국 장기 임차 만실 · 11년 미인상 임대료 정상화 시 47% 상승 여력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345.2평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B1/F5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당산역 도보 5분 역세권 및 8m 도로 2면 접면 (코너) 접면, 영등포/당산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153평·연면적 345평·평당 약 3,331만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1.56%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(153.3평)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1141.15㎡ (345.2평)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256.12㎡ (77.5평, 건폐율 50.54%)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225.14% (준공업지역 법정 400% 대비 여력 보유)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철근콘크리트조 / 개별냉난방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2002년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7,501만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9호선 도보 1분 (약 51m)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2면 접면 (코너)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영등포/당산 주요 상업·업무 권역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영등포농협 하나로마트 당산역점 도보 1분 (약 98m)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커넥트인터내셔널 도보 2분 (약 122m)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35624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35624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2면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영등포/당산 배후 상권 기반 안정적 임대 수요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(153.3평)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50.54% (법정 상한 60%)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225.14% (법정 상한 400%)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2면 접면 (코너)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8862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8862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49323" y="38862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7,501만 원/평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4343400"/>
            <a:ext cx="5571439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4398264"/>
            <a:ext cx="36576" cy="11247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7"/>
          <p:cNvSpPr/>
          <p:nvPr/>
        </p:nvSpPr>
        <p:spPr>
          <a:xfrm>
            <a:off x="6135624" y="4434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35624" y="4636008"/>
            <a:ext cx="53154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50.54%, 용적률 225.14%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2면 접면 (코너) 접면으로 보행자 접근성 및 차량 진출입 동선 우수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5364480"/>
            <a:ext cx="274320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5800" y="5181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536448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33272" y="5391912"/>
            <a:ext cx="246888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5382768"/>
            <a:ext cx="239572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카페(자가)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69392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33272" y="4721352"/>
            <a:ext cx="123444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4712208"/>
            <a:ext cx="116128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67712" y="4721352"/>
            <a:ext cx="123444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4712208"/>
            <a:ext cx="116128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3272" y="4050792"/>
            <a:ext cx="246888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4041648"/>
            <a:ext cx="239572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35280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33272" y="3380232"/>
            <a:ext cx="246888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3371088"/>
            <a:ext cx="239572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헬쓰장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68224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3272" y="2709672"/>
            <a:ext cx="123444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2700528"/>
            <a:ext cx="116128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와인매장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67712" y="2709672"/>
            <a:ext cx="123444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04288" y="2700528"/>
            <a:ext cx="116128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01168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33272" y="2039112"/>
            <a:ext cx="246888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2029968"/>
            <a:ext cx="239572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080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11480"/>
                <a:gridCol w="640080"/>
                <a:gridCol w="1051560"/>
                <a:gridCol w="640080"/>
                <a:gridCol w="640080"/>
                <a:gridCol w="502920"/>
                <a:gridCol w="640080"/>
                <a:gridCol w="640080"/>
                <a:gridCol w="640080"/>
                <a:gridCol w="640080"/>
                <a:gridCol w="850392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임대(㎡)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전용(㎡)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카페(자가)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카페(자가)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헬쓰장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헬쓰장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와인매장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와인매장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1,946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10600639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0359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00439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0439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9584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0439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77056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0439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112.1억원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24528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89788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595274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598932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619048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2.1%는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정면 외관 (B1~5F, 벽돌 구조)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(자주식 주차장 진입로)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주출입구 및 1층 간판 (로뎀나무내과·고은약국)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층별 공용 복도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 전용 공간 (사무실 내부)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주차장 (8대)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2026-09-29T01:49:20Z</dcterms:created>
  <dcterms:modified xsi:type="dcterms:W3CDTF">2026-09-29T01:49:20Z</dcterms:modified>
</cp:coreProperties>
</file>