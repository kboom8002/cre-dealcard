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image" Target="../media/image-9-5.jpeg"/><Relationship Id="rId6" Type="http://schemas.openxmlformats.org/officeDocument/2006/relationships/image" Target="../media/image-9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당산동5가 11-47 투자설명서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 (메디컬빌딩)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456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당산동5가 11-47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95935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9593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 (메디컬빌딩)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70048" y="395935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2670048" y="39593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115억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4462272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572000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115억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66928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2026.09.20  |  정현우 수석팀장  |  제이에스부동산중개법인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로뎀나무내과·고은약국 장기 임차 만실 · 11년 미인상 임대료 정상화 시 47% 상승 여력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115억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07738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72330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153.3평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048549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13141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345.2평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66928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B1/F5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307738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72330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72330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1.56%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048549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3141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13141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 (공실 0%)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66928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당산역 도보 5분 역세권 및 8m 도로 2면 접면 (코너) 접면, 영등포/당산 업무·상업 중심지 배후 수요 확보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07008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153평·연면적 345평·평당 약 3,331만 원 규모 단독 빌딩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07008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1.56% 기반 안정적 임대수익 자산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기본 정보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당산역 9호선 도보 1분 (약 51m)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8m 도로 2면 접면 (코너)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영등포/당산 업무·상업 복합 중심지 및 3만 세대 배후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수요환경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의원·약국 메디컬 클러스터 및 생활편의 인프라 밀집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053328" y="3913632"/>
            <a:ext cx="5571439" cy="1536192"/>
          </a:xfrm>
          <a:prstGeom prst="roundRect">
            <a:avLst>
              <a:gd name="adj" fmla="val 3571"/>
            </a:avLst>
          </a:prstGeom>
          <a:solidFill>
            <a:srgbClr val="E8F4F8"/>
          </a:solidFill>
          <a:ln/>
        </p:spPr>
      </p:sp>
      <p:sp>
        <p:nvSpPr>
          <p:cNvPr id="20" name="Shape 17"/>
          <p:cNvSpPr/>
          <p:nvPr/>
        </p:nvSpPr>
        <p:spPr>
          <a:xfrm>
            <a:off x="6053328" y="3968496"/>
            <a:ext cx="36576" cy="1426464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1" name="Text 18"/>
          <p:cNvSpPr/>
          <p:nvPr/>
        </p:nvSpPr>
        <p:spPr>
          <a:xfrm>
            <a:off x="6236208" y="4023360"/>
            <a:ext cx="52422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236208" y="4242816"/>
            <a:ext cx="524225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당산역(2·9호선) 도보 역세권으로 여의도·강남·도심 직결 우수한 직주근접 입지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8m 도로 코너 접면으로 보차 혼용 진출입 편리 및 우수한 전면 가시성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주거·오피스 복합 배후 상권 기반 안정적 임대 수요 유지</a:t>
            </a:r>
            <a:endParaRPr lang="en-US" sz="930" dirty="0"/>
          </a:p>
        </p:txBody>
      </p:sp>
      <p:sp>
        <p:nvSpPr>
          <p:cNvPr id="23" name="Text 2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지적도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506.8㎡ (153.3평)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50.54% (법정 상한 60%)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225.14% (법정 상한 400%)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053328" y="4005072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37160" cy="137160"/>
          </a:xfrm>
          <a:prstGeom prst="rect">
            <a:avLst/>
          </a:prstGeom>
          <a:solidFill>
            <a:srgbClr val="C9A9A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98448" y="1645920"/>
            <a:ext cx="137160" cy="137160"/>
          </a:xfrm>
          <a:prstGeom prst="rect">
            <a:avLst/>
          </a:prstGeom>
          <a:solidFill>
            <a:srgbClr val="93B3A0"/>
          </a:solidFill>
          <a:ln/>
        </p:spPr>
      </p:sp>
      <p:sp>
        <p:nvSpPr>
          <p:cNvPr id="9" name="Text 7"/>
          <p:cNvSpPr/>
          <p:nvPr/>
        </p:nvSpPr>
        <p:spPr>
          <a:xfrm>
            <a:off x="148132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29968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21284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9808" y="5532120"/>
            <a:ext cx="3703320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49808" y="5349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 (지상/지하 경계)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6928" y="55321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32688" y="5559552"/>
            <a:ext cx="3337560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559552"/>
            <a:ext cx="200253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카페(자가)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35224" y="5559552"/>
            <a:ext cx="116814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96평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" y="50292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50517" y="5056632"/>
            <a:ext cx="1501902" cy="44805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3669" y="5056632"/>
            <a:ext cx="901141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약국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51658" y="5056632"/>
            <a:ext cx="52566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24평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6928" y="452628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50517" y="4553712"/>
            <a:ext cx="1501902" cy="44805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3669" y="4553712"/>
            <a:ext cx="901141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내과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51658" y="4553712"/>
            <a:ext cx="52566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32평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6928" y="40233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283132" y="4050792"/>
            <a:ext cx="2636672" cy="44805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56284" y="4050792"/>
            <a:ext cx="1582003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내과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65135" y="4050792"/>
            <a:ext cx="922835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76평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66928" y="35204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283132" y="3547872"/>
            <a:ext cx="2636672" cy="44805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56284" y="3547872"/>
            <a:ext cx="1582003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헬쓰장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865135" y="3547872"/>
            <a:ext cx="922835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76평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6928" y="30175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717015" y="3044952"/>
            <a:ext cx="1768907" cy="448056"/>
          </a:xfrm>
          <a:prstGeom prst="rect">
            <a:avLst/>
          </a:prstGeom>
          <a:solidFill>
            <a:srgbClr val="C9A9A6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90167" y="3044952"/>
            <a:ext cx="106134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와인매장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78359" y="3044952"/>
            <a:ext cx="619117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51평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6928" y="25146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50517" y="2542032"/>
            <a:ext cx="1501902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23669" y="2542032"/>
            <a:ext cx="901141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51658" y="2542032"/>
            <a:ext cx="52566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25평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6928" y="201168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633576" y="2039112"/>
            <a:ext cx="1935785" cy="44805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06728" y="2039112"/>
            <a:ext cx="1161471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내과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795046" y="2039112"/>
            <a:ext cx="677525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56평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1645920"/>
          <a:ext cx="6858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1188720"/>
                <a:gridCol w="1188720"/>
                <a:gridCol w="100584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층수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면적(평)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월세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계약종료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카페(자가)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96평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23.7평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183만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31.9평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883만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76.3평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헬쓰장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76.3평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2026-04-17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와인매장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51.1평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2025-04-30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25.1평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55.6평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8개 호실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436.0평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1,946만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" name="Text 4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11057839" cy="1188720"/>
          </a:xfrm>
          <a:prstGeom prst="roundRect">
            <a:avLst>
              <a:gd name="adj" fmla="val 6154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508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임대수익률  =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07408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 합계 (관리비 제외)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90288" y="1920240"/>
            <a:ext cx="42062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7408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 −  승계 보증금 합계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90127" y="150876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2.3억원</a:t>
            </a:r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÷ (115.0억원 − 2.9억원)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834640"/>
            <a:ext cx="11057839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017520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3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017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(현재)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521647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2.3억원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521647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2.9억원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521647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9808" y="4837176"/>
            <a:ext cx="10692079" cy="594360"/>
          </a:xfrm>
          <a:prstGeom prst="roundRect">
            <a:avLst>
              <a:gd name="adj" fmla="val 9231"/>
            </a:avLst>
          </a:prstGeom>
          <a:solidFill>
            <a:srgbClr val="132A3A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47327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2.08%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360060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76656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정면 외관 (B1~5F, 벽돌 구조)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95546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95546" y="1234440"/>
            <a:ext cx="3600602" cy="2290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68698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368698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295546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405274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측면 (자주식 주차장 진입로)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8024165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24165" y="1234440"/>
            <a:ext cx="3600602" cy="22905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97317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097317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8024165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133893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주출입구 및 1층 간판 (로뎀나무내과·고은약국)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6692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66928" y="3653028"/>
            <a:ext cx="3600602" cy="22905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66928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76656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층별 공용 복도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95546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95546" y="3653028"/>
            <a:ext cx="3600602" cy="22905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368698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4368698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295546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4405274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임차 전용 공간 (사무실 내부)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8024165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24165" y="3653028"/>
            <a:ext cx="3600602" cy="229057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097317" y="3726180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8097317" y="3726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8024165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1" name="Text 33"/>
          <p:cNvSpPr/>
          <p:nvPr/>
        </p:nvSpPr>
        <p:spPr>
          <a:xfrm>
            <a:off x="8133893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주차장 (8대)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정현우 수석팀장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010-3344-5566    ✉ js-cre@credeal.kr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제이에스부동산중개법인    등록번호: 11680-2024-00156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2026-09-20T03:45:11Z</dcterms:created>
  <dcterms:modified xsi:type="dcterms:W3CDTF">2026-09-20T03:45:11Z</dcterms:modified>
</cp:coreProperties>
</file>