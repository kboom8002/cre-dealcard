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456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5935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59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 (메디컬빌딩)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46227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7200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로뎀나무내과·고은약국 장기 임차 만실 · 11년 미인상 임대료 정상화 시 47% 상승 여력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153.3평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345.2평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0773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48549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당산역 도보 5분 역세권 및 8m 도로 2면 접면 (코너) 접면, 영등포/당산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153평·연면적 345평·평당 약 3,331만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1.56%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당산동5가 11-47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9933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408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4086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1141.15㎡ (345.2평)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883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68833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256.12㎡ (77.5평, 건폐율 50.54%)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225.14% (준공업지역 법정 400% 대비 여력 보유)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383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3832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철근콘크리트조 / 개별냉난방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30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72968" y="37307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782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72968" y="407822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2002년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4256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172968" y="442569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B1~5F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4864608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67228" y="4864608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04088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536752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67228" y="5367528"/>
            <a:ext cx="4274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7,501만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30" dirty="0"/>
          </a:p>
        </p:txBody>
      </p:sp>
      <p:sp>
        <p:nvSpPr>
          <p:cNvPr id="45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1분 (약 51m)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영등포/당산 업무·상업 복합 중심지 및 3만 세대 배후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수요환경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의원·약국 메디컬 클러스터 및 생활편의 인프라 밀집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913632"/>
            <a:ext cx="5571439" cy="1536192"/>
          </a:xfrm>
          <a:prstGeom prst="roundRect">
            <a:avLst>
              <a:gd name="adj" fmla="val 3571"/>
            </a:avLst>
          </a:prstGeom>
          <a:solidFill>
            <a:srgbClr val="E8F4F8"/>
          </a:solidFill>
          <a:ln/>
        </p:spPr>
      </p:sp>
      <p:sp>
        <p:nvSpPr>
          <p:cNvPr id="20" name="Shape 17"/>
          <p:cNvSpPr/>
          <p:nvPr/>
        </p:nvSpPr>
        <p:spPr>
          <a:xfrm>
            <a:off x="6053328" y="3968496"/>
            <a:ext cx="36576" cy="142646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1" name="Text 18"/>
          <p:cNvSpPr/>
          <p:nvPr/>
        </p:nvSpPr>
        <p:spPr>
          <a:xfrm>
            <a:off x="6236208" y="4023360"/>
            <a:ext cx="5242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36208" y="4242816"/>
            <a:ext cx="524225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당산역(2·9호선) 도보 역세권으로 여의도·강남·도심 직결 우수한 직주근접 입지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코너 접면으로 보차 혼용 진출입 편리 및 우수한 전면 가시성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주거·오피스 복합 배후 상권 기반 안정적 임대 수요 유지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93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19933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408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4086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50.54%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6883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68833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225.14%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72968" y="303580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3832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72968" y="33832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정방형 / 세장형 (코너 접면)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730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72968" y="373075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782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72968" y="407822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7,501만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84287" y="1645920"/>
            <a:ext cx="3840480" cy="2395728"/>
          </a:xfrm>
          <a:prstGeom prst="roundRect">
            <a:avLst>
              <a:gd name="adj" fmla="val 2290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4287" y="1700784"/>
            <a:ext cx="36576" cy="228600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67167" y="1975104"/>
            <a:ext cx="35112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50.54%, 용적률 225.14% (법정 상한: 건폐율 60%, 용적률 400%)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8m 도로 2면 접면 (코너) 접면으로 보행자 접근성 및 차량 진출입 동선 우수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50.54%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225.14%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C9A9A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9808" y="553212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49808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5532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5559552"/>
            <a:ext cx="3337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559552"/>
            <a:ext cx="20025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카페(자가)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5559552"/>
            <a:ext cx="116814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96평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50517" y="5056632"/>
            <a:ext cx="150190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3669" y="505663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51658" y="505663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45262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50517" y="4553712"/>
            <a:ext cx="150190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3669" y="455371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51658" y="455371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3132" y="4050792"/>
            <a:ext cx="263667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56284" y="4050792"/>
            <a:ext cx="1582003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65135" y="4050792"/>
            <a:ext cx="92283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283132" y="3547872"/>
            <a:ext cx="2636672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56284" y="3547872"/>
            <a:ext cx="1582003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헬쓰장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65135" y="3547872"/>
            <a:ext cx="92283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76평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17015" y="3044952"/>
            <a:ext cx="1768907" cy="448056"/>
          </a:xfrm>
          <a:prstGeom prst="rect">
            <a:avLst/>
          </a:prstGeom>
          <a:solidFill>
            <a:srgbClr val="C9A9A6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90167" y="3044952"/>
            <a:ext cx="1061344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와인매장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78359" y="3044952"/>
            <a:ext cx="619117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51평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6928" y="2514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50517" y="2542032"/>
            <a:ext cx="1501902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23669" y="2542032"/>
            <a:ext cx="90114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51658" y="2542032"/>
            <a:ext cx="52566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25평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928" y="20116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633576" y="2039112"/>
            <a:ext cx="1935785" cy="44805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6728" y="2039112"/>
            <a:ext cx="1161471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95046" y="2039112"/>
            <a:ext cx="677525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56평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31.9평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883만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76.3평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76.3평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51.1평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2025-04-30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25.1평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55.6평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436.0평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1,946만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07408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0288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90127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(115.0억원 − 2.9억원)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11057839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21647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21647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521647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" y="4837176"/>
            <a:ext cx="10692079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47327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정면 외관 (B1~5F, 벽돌 구조)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95546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95546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6869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95546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405274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(자주식 주차장 진입로)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024165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24165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8024165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133893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주출입구 및 1층 간판 (로뎀나무내과·고은약국)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6692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66928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6692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7665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층별 공용 복도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95546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95546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6869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95546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405274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임차 전용 공간 (사무실 내부)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8024165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24165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97317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024165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133893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주차장 (8대)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2026-09-20T03:46:09Z</dcterms:created>
  <dcterms:modified xsi:type="dcterms:W3CDTF">2026-09-20T03:46:09Z</dcterms:modified>
</cp:coreProperties>
</file>