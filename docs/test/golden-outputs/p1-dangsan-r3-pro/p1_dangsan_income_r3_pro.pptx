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86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86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37474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37474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2338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2046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3444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186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186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37474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37474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2338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2046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23160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우량 임차인 위주의 안정적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포인트 및 자산 개요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11057839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밸류애드 잠재력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24328"/>
            <a:ext cx="10600639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임대 관리 및 자산 효율화를 통해 향후 중장기적인 자산 가치 상승을 기대할 수 있습니다. ### 밸류업 시나리오 (AI 추정)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30352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4132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23160" y="537667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우량 [건물명 비공개]입니다. 1. 입지 가치 및 접근성: 대중교통 및 주요 간선도로와의 우수한 연계성을 갖추고 있어 풍부한 유동인구와 배후 임대 수요를 확보하고 있습니다.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20279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20279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866583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6583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9728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2902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비공개","price_band":"115억","size_signal":"80평(약 264.5㎡)"},"extractedFacts":{"region":"당산","exactAddressCandidate":"해당 권역가 11-47","assetType":"건물명 비공개","priceText":"115억","sizeText":"80평(약 264.5㎡)","currentUse":"오피스","currentUseSignal":"근린생활시설","leaseSignal":"공실","vacancySignal":"공실 발생","tenantNames":,"unitRentTexts":,"sellerMotivationText":"자산 효율화","brokerNotes":"역세권 매물"},"detectedSensitiveFields":"exact_address","ambiguousFields":,"warnings":,"areaSignal":"당산","assetType":"건물명 비공개","priceBand":"115억","sizeSignal":"80평(약 264.5㎡)","dealType":"매각","buildingName":"건물명 비공개","exactAddress":"영등포구 당산동5가 11-47","totalFloorArea":264.464,"buildYear":2015,"currentUseSignal":"근린생활시설","vacancySignal":"공실 발생","fitSummary":"당산 권역 입지의 건물명 비공개 매각 물건","cautionSummary":"권리관계 및 현장 실사 확인 필요","hiddenFields":"exact_address","seller_motivation","confidence":{"areaSignal":"confirmed","assetType":"confirmed","priceBand":"confirmed","fitSummary":"ai_hypothesis"},"missingData":,"boundaryNote":"본 자료는 실거래 통계 기반 참고치입니다.","buyerType":"법인 사옥형","budgetRange":{"min":70,"max":70,"display":"115억"},"preferredRegions":"강남","성수","assetTypes":"건물명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예산(115억)에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부탁드립니다.","title":"당산 역세권 도보 3분 이내 건물명 비공개 매각","shortSummary":"당산역 도보 거리의 우량 건물명 비공개 매물입니다.","dealPoints":"역세권 도보 3분 이내","개발 및 사옥 최적","cautionPoints":"권리관계 확인 필요","hiddenInfoNotice":"보증금 및 지번은 인가 후 확인 가능","gateMessage":"G1 등급 등록이 필요합니다.","kakaoText":"당산 건물명 비공개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84048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84048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12541" y="384048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34340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2541" y="434340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0408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7276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4144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432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7880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6168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8700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97380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28700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897380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28700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1852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9738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28700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1852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97380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28700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852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97380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28700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1852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897380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28700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01852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97380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777240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22960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48640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28700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01852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897380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742432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94360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1675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1675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1675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2503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9818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9818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39818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0646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961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77961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77961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087889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61041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161041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161041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943600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-0.57%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현황 데이터 확인 필요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가능 (상세 확인 필요)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421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21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0281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281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0281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간선도로 접근 양호 (상세 확인 필요)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5501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5501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4101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4101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74101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양호 (상세 확인 필요)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개략 분석이며, 실제 교통 소요시간 및 접근성은 현장 확인이 필요합니다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[등기부 실사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[임차권 등기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[을구 열람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[가압류/가처분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[근저당권 현황 실사 필요]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71232" y="2267712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시 말소 조건 협의 필요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Text 10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[소유권 현황 실사 필요]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71232" y="3529584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실사 확인 필요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[용도지역 확인 필요]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[법정 건폐율 확인 필요]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[법정 용적률 확인 필요]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[정화조/소방 점검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 [실사 필요]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실사 [실사 필요]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확인 [실사 필요]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 [실사 필요]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[실사 필요]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[실사 필요]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845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88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782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82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82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82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5782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47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41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341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341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41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341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341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96299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70619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0075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290075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290075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90075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0075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075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2026-09-20T11:36:08Z</dcterms:created>
  <dcterms:modified xsi:type="dcterms:W3CDTF">2026-09-20T11:36:08Z</dcterms:modified>
</cp:coreProperties>
</file>