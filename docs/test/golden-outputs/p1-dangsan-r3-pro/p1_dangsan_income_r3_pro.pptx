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3444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860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91860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374740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374740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23380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20460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3444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91860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1860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374740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374740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23380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20460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23160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우량 임차인 위주의 안정적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069848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포인트 및 자산 개요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481328"/>
            <a:ext cx="11057839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481328"/>
            <a:ext cx="11057839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194560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밸류애드 잠재력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624328"/>
            <a:ext cx="10600639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79776"/>
            <a:ext cx="1060063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체계적인 임대 관리 및 자산 효율화를 통해 향후 중장기적인 자산 가치 상승을 기대할 수 있습니다. ### 밸류업 시나리오 (AI 추정)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02920" y="530352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54132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423160" y="537667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부 권역 중심에 위치한 우량 [건물명 비공개]입니다. 1. 입지 가치 및 접근성: 대중교통 및 주요 간선도로와의 우수한 연계성을 갖추고 있어 풍부한 유동인구와 배후 임대 수요를 확보하고 있습니다.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임차인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20279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20279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866583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밸류애드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866583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극대화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영등포구 당산동5가 11-47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89320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549323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89320" y="29626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6" name="Shape 13"/>
          <p:cNvSpPr/>
          <p:nvPr/>
        </p:nvSpPr>
        <p:spPr>
          <a:xfrm>
            <a:off x="5989320" y="30175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4"/>
          <p:cNvSpPr/>
          <p:nvPr/>
        </p:nvSpPr>
        <p:spPr>
          <a:xfrm>
            <a:off x="6135624" y="30540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135624" y="32552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 해소 및 인근 시세 수준 정상화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9728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783080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29020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true,"mocked":true,"extractedFields":{"area_signal":"당산","asset_type":"건물명 비공개","price_band":"115억","size_signal":"60평(약 198.3㎡)"},"extractedFacts":{"region":"당산","exactAddressCandidate":"해당 권역가 11-47","assetType":"건물명 비공개","priceText":"115억","sizeText":"60평(약 198.3㎡)","currentUse":"근린생활시설","currentUseSignal":"근린생활시설","leaseSignal":"공실","vacancySignal":"공실 발생","tenantNames":,"unitRentTexts":,"sellerMotivationText":"자산 효율화","brokerNotes":"역세권 매물"},"detectedSensitiveFields":"exact_address","ambiguousFields":,"warnings":,"areaSignal":"당산","assetType":"건물명 비공개","priceBand":"115억","sizeSignal":"60평(약 198.3㎡)","dealType":"매각","buildingName":"건물명 비공개","exactAddress":"영등포구 당산동5가 11-47","totalFloorArea":198.348,"buildYear":2015,"currentUseSignal":"근린생활시설","vacancySignal":"공실 발생","fitSummary":"당산 권역 입지의 건물명 비공개 매각 물건","cautionSummary":"권리관계 및 공부 서류 검토 필요","hiddenFields":"exact_address","seller_motivation","confidence":{"areaSignal":"confirmed","assetType":"confirmed","priceBand":"confirmed","fitSummary":"ai_hypothesis"},"missingData":,"boundaryNote":"본 자료는 실거래 통계 기반 참고치입니다.","buyerType":"법인 사옥형","budgetRange":{"min":70,"max":70,"display":"115억"},"preferredRegions":"강남","성수","assetTypes":"건물명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예산(115억)에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부탁드립니다.","title":"당산 역세권 도보 3분 이내 건물명 비공개 매각","shortSummary":"당산역 도보 거리의 우량 건물명 비공개 매물입니다.","dealPoints":"역세권 도보 3분 이내","개발 및 사옥 최적","cautionPoints":"권리관계 확인 필요","hiddenInfoNotice":"보증금 및 지번은 인가 후 확인 가능","gateMessage":"G1 등급 등록이 필요합니다.","kakaoText":"당산 건물명 비공개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12541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12541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{"ok":true,"mocked":true,"extractedFields":{"area_signal":"당산","asset_type":"[건물명 비공개]","price_band":"115억","size_signal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용도지역: 준공업지역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대지면적: 506.8㎡ (153.3평)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0408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57276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5564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44144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2432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1012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9300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178808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61688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28700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01852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897380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28700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01852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897380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28700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01852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897380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28700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1852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897380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28700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1852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897380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28700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01852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897380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28700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01852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897380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777240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22960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48640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28700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01852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897380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742432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43600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594360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1675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1675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1675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2503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39818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39818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39818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06460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779612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779612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779612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087889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61041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161041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161041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5943600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2902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1482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7FAFC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0161F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98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3EBDA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98A2E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가정: 공실층을 인근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조건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견고한 수준 유지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권역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4210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74210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02810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02810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02810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및 광역 간선도로망 연계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5501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5501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274101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74101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74101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우수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공공 교통망 데이터 및 지적도 기준 분석 결과입니다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88375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14055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22960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22960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9728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8308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9728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78308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9728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783080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29020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14820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29020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9020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14820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29020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517904"/>
            <a:ext cx="6492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10512"/>
          <a:ext cx="6492240" cy="914400"/>
        </p:xfrm>
        <a:graphic>
          <a:graphicData uri="http://schemas.openxmlformats.org/drawingml/2006/table">
            <a:tbl>
              <a:tblPr/>
              <a:tblGrid>
                <a:gridCol w="2164080"/>
                <a:gridCol w="2164080"/>
                <a:gridCol w="21640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소유 (등기부 기준)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시 전액 상환 및 말소 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등재 내역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 분쟁 내역 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154680"/>
            <a:ext cx="6492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388352" y="1810512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0" name="Text 7"/>
          <p:cNvSpPr/>
          <p:nvPr/>
        </p:nvSpPr>
        <p:spPr>
          <a:xfrm>
            <a:off x="7571232" y="1993392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말소 확약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71232" y="2267712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근저당권 전액 동시 말소 조건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388352" y="3072384"/>
            <a:ext cx="4233672" cy="1133856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13" name="Text 10"/>
          <p:cNvSpPr/>
          <p:nvPr/>
        </p:nvSpPr>
        <p:spPr>
          <a:xfrm>
            <a:off x="7571232" y="3255264"/>
            <a:ext cx="38679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권리 관계 정상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71232" y="3529584"/>
            <a:ext cx="386791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부존재 확인 기준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4505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85292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법령 기준 충족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점검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확인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점검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223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0845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88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782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5782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782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782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782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5782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40400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4720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41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341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34176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34176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34176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34176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796299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70619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90075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290075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290075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290075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90075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290075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2026-09-24T11:42:50Z</dcterms:created>
  <dcterms:modified xsi:type="dcterms:W3CDTF">2026-09-24T11:42:50Z</dcterms:modified>
</cp:coreProperties>
</file>