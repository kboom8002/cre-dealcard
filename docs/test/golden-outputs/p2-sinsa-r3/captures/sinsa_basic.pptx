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매각 투자안내서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도산대로·을지병원 사거리 인근 코너 입지, 인근 실거래가(평당 2.8억~3.2억) 대비 현저한 저평가 갭투자 기회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321평·연면적 1011평·평당 약 7,518만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3" name="Shape 30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4" name="Text 31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지하철역 역세권 (상세 확인 필요)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주요 상업·업무 권역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926080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5989320" y="2980944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5" name="Text 12"/>
          <p:cNvSpPr/>
          <p:nvPr/>
        </p:nvSpPr>
        <p:spPr>
          <a:xfrm>
            <a:off x="6135624" y="301752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35624" y="3218688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배후 상권 기반 안정적 임대 수요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및 건축 규제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용도지역·용도지구 기준 건폐율/용적률 상한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 및 접도 조건에 따른 건축 가능 면적 검토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열람 및 개발행위허가 제한 여부 확인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20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등기부등본 갑구 소유권 및 을구 근저당·가압류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기재 사항과 실물 현황 대조 점검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실거래가 비교 분석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 빌딩 전경 및 대로변 코너 입지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진입로 및 1층 전면 상가부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측면부 및 도로 접면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자주식/기계식 주차장 진입로 (총 26대)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상층부 외관 및 옥상 공간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IM-SINSA-590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2026-09-20T23:54:04Z</dcterms:created>
  <dcterms:modified xsi:type="dcterms:W3CDTF">2026-09-20T23:54:04Z</dcterms:modified>
</cp:coreProperties>
</file>