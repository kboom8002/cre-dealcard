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760억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321.2평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1,010.9평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B2/F6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760억 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압구정역 도보 7분 역세권,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321평·연면적 1011평·평당 약 7,518만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1061.9㎡ (321.2평)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3341.8㎡ (1010.9평)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1998년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2층 ~ 지상 6층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26대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3호선 도보 7분 (약 525m)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토미아파트 도보 1분 (약 39m)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압구정아인빌아파트 도보 1분 (약 66m)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64845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370332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3739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394106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 이하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250% 이하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건폐율 50% 이하, 법정 용적률 250%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(760.0억원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2026-09-24T11:44:21Z</dcterms:created>
  <dcterms:modified xsi:type="dcterms:W3CDTF">2026-09-24T11:44:21Z</dcterms:modified>
</cp:coreProperties>
</file>