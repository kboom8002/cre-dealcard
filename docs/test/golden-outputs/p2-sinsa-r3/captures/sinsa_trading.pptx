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" y="37947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21538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21538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901952" y="421538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2153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6928" y="465429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76402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07738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72330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72330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321.2평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048549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3141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13141" y="171907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1,010.9평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66928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B2/F6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307738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2330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2330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048549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3141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213141" y="284378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760억 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66928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압구정역 도보 7분 역세권,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87168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1061.9㎡ (321.2평)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87168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3341.8㎡ (1010.9평)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87168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87168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87168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87168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26대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87168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6549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04088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76549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7분 (약 525m)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토미아파트 도보 1분 (약 39m)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압구정아인빌아파트 도보 1분 (약 66m)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364845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6053328" y="370332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99632" y="3739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99632" y="394106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13331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53328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613331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53328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613331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이하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053328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053328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613331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250% 이하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53328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53328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613331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053328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53328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13331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053328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053328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99632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99632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건폐율 50% 이하, 법정 용적률 250%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6053328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7839" cy="4389120"/>
          </a:xfrm>
          <a:prstGeom prst="roundRect">
            <a:avLst>
              <a:gd name="adj" fmla="val 1250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0784"/>
            <a:ext cx="1435608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1435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임대차 실사 안내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99339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및 렌트롤 상세 실사 프로토콜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세부 층별 임대차 계약 원장 및 정산 내역은 매수 의향 접수 및 비밀유지협약(NDA) 체결 후 실측 대조가 진행됩니다.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9806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94436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889504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계약서 원본 전수 대조 (임대료, 관리비, 계약기간, 만기일 및 갱신 옵션)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63474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579876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및 월임대료 입금 금융 원장 대조·검증 (체납 내역 및 부가가치세 신고서 정합성)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32511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270248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사항 및 렌트프리(Rent-Free), 핏아웃(Fit-out) 등 실질 유효 임대료(Net Effective Rent) 산정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501548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960620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상가건물 임대차보호법상 계약갱신요구권 행사 가능 여부 및 명도/재계약 리스크 검토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32A3A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6F1E4"/>
          </a:solidFill>
          <a:ln w="6350">
            <a:solidFill>
              <a:srgbClr val="8B65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29" name="Text 27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3" name="Text 31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11057839" cy="4572000"/>
          </a:xfrm>
          <a:prstGeom prst="roundRect">
            <a:avLst>
              <a:gd name="adj" fmla="val 1200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E8F4F8"/>
          </a:solidFill>
          <a:ln w="6350">
            <a:solidFill>
              <a:srgbClr val="2E6E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현장 실사 예정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88366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 현황 및 물리적 실사 점검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내·외관 상태 및 주요 설비 사양은 매수 실사 절차 진행 시 현장 방문 조사를 통해 상세 확인 및 촬영이 진행됩니다.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0662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85292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79806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 파사드 마감재 보존 상태 및 균열·누수 흔적 정밀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8444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52958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승강기, 기계식 주차설비, 수배전반 등 핵심 설비 내구연한 및 정기검사 이력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31596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26110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옥상 방수 상태, 지하층 결로/누수 여부 및 공용부(계단실·화장실) 관리 컨디션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5047488"/>
            <a:ext cx="64008" cy="6400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99262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주차대수 확보 여부, 주차장 진입로 회전반경 및 층고 실측 검증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2026-10-02T04:23:33Z</dcterms:created>
  <dcterms:modified xsi:type="dcterms:W3CDTF">2026-10-02T04:23:33Z</dcterms:modified>
</cp:coreProperties>
</file>