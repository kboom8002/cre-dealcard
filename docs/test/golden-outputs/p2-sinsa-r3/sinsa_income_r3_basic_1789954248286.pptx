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ICL빌딩 임대수익형 매각 안내서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760억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2026.09.21  |  수석 자문역  |  CREDEAL 투자자문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도산대로·을지병원 사거리 인근 코너 입지, 인근 실거래가(평당 2.8억~3.2억) 대비 현저한 저평가 갭투자 기회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19743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4335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84335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21대 (총 26대)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압구정역 도보 5분 역세권 및 논현로 이면 코너 (북측 8m, 동측 6m) 접면, GBD 업무·상업 중심지 배후 수요 확보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321평·연면적 1011평·평당 약 7,518만 원 규모 단독 빌딩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ICL빌딩 제원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21대 (총 26대)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5661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 도보 5분 (약 450m)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논현로 이면 코너 (북측 8m, 동측 6m)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강남을지병원사거리 도보 3분 (약 200m)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논현로 이면 코너 (북측 8m, 동측 6m)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51.3% (법정 상한 50%)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237.2% (법정 상한 250%)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논현로 이면 코너 (북측 8m, 동측 6m)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0" name="Shape 27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1" name="Text 28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51.3%, 용적률 237.2% (법정 상한: 건폐율 50%, 용적률 250%) • 제3종일반주거지역 기준 법정 상한 대비 용적률 상향 및 밸류애드 잠재력 보유 • 논현로 이면 코너 (북측 8m, 동측 6m) 접면으로 보행자 접근성 및 차량 진출입 동선 우수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51.3% (법정 상한 50%)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237.2% (법정 상한 250%)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37160" cy="137160"/>
          </a:xfrm>
          <a:prstGeom prst="rect">
            <a:avLst/>
          </a:prstGeom>
          <a:solidFill>
            <a:srgbClr val="C9A9A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137160" cy="137160"/>
          </a:xfrm>
          <a:prstGeom prst="rect">
            <a:avLst/>
          </a:prstGeom>
          <a:solidFill>
            <a:srgbClr val="E8D1A7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14884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536448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5391912"/>
            <a:ext cx="1097280" cy="615696"/>
          </a:xfrm>
          <a:prstGeom prst="rect">
            <a:avLst/>
          </a:prstGeom>
          <a:solidFill>
            <a:srgbClr val="C9A9A6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5391912"/>
            <a:ext cx="1005840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69392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721352"/>
            <a:ext cx="2194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721352"/>
            <a:ext cx="13167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85416" y="4721352"/>
            <a:ext cx="76809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050792"/>
            <a:ext cx="2194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050792"/>
            <a:ext cx="13167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85416" y="4050792"/>
            <a:ext cx="76809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35280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3380232"/>
            <a:ext cx="2194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380232"/>
            <a:ext cx="13167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85416" y="3380232"/>
            <a:ext cx="76809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268224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17320" y="2709672"/>
            <a:ext cx="1097280" cy="615696"/>
          </a:xfrm>
          <a:prstGeom prst="rect">
            <a:avLst/>
          </a:prstGeom>
          <a:solidFill>
            <a:srgbClr val="E8D1A7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2709672"/>
            <a:ext cx="1005840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01168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8680" y="2039112"/>
            <a:ext cx="2194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2039112"/>
            <a:ext cx="13167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85416" y="2039112"/>
            <a:ext cx="76809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6080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645920"/>
          <a:ext cx="6805879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868680"/>
                <a:gridCol w="1188720"/>
                <a:gridCol w="749808"/>
                <a:gridCol w="749808"/>
                <a:gridCol w="658368"/>
                <a:gridCol w="658368"/>
                <a:gridCol w="658368"/>
                <a:gridCol w="502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용도/업종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전용면적(㎡)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관리비(만원)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제2종근생(의원)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하우연한의원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제1종근생(의원)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ST성형외과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416.0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1,330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제2종근생(사무소)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435.8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밸류애드 리노베이션 추천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제2종근생(학원)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엑셀유학/어학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435.8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1,575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제2종근생(학원)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모래공장보컬학원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435.8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제1종근생(소매점)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이탈로모토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435.8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2519.2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6,462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7.8억원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(760.0억원 − 9.5억원)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 빌딩 전경 및 대로변 코너 입지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진입로 및 1층 전면 상가부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측면부 및 도로 접면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자주식/기계식 주차장 진입로 (총 26대)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옥상/테라스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상층부 외관 및 옥상 공간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수석 자문역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02-555-8888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투자자문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 · IM-SINSA-590-INC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2026-09-21T01:30:47Z</dcterms:created>
  <dcterms:modified xsi:type="dcterms:W3CDTF">2026-09-21T01:30:47Z</dcterms:modified>
</cp:coreProperties>
</file>