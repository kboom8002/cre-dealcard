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 투자설명서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0906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89534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37944" y="389534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837944" y="389534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433425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444398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760억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02920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2026.09.29  |  담당자  |  CREDEAL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요약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49961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7512" y="171907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원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243730" y="137160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8322" y="149961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08322" y="171907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321.2평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84541" y="137160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9133" y="149961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149133" y="171907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1,010.9평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02920" y="249631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262432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67512" y="284378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B2/F6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243730" y="249631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8322" y="262432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08322" y="284378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84541" y="249631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9133" y="262432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149133" y="284378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760억 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371246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404164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" y="415137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415137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43000" y="4078224"/>
            <a:ext cx="10280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압구정역 도보 7분 역세권, 해당 권역 업무·상업 중심지 배후 수요 확보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472287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" y="483260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483260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43000" y="4759452"/>
            <a:ext cx="10280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규모: 대지 321평·연면적 1011평·평당 약 7,518만 원 규모 단독 빌딩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02920" y="540410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" y="551383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" y="55138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43000" y="5440680"/>
            <a:ext cx="1028059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안정성: 안정적 임대수익 기반 투자 매물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물건 개요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7510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75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1975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1061.9㎡ (321.2평)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0428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2304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3341.8㎡ (1010.9평)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23160" y="26334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29626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1998년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2층 ~ 지상 6층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6210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21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423160" y="36210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26대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9502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50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23160" y="39502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1대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38912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38912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412541" y="438912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원 (VAT 별도)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489204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89204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12541" y="489204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23,659만 원/평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540600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20279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E8F4F8"/>
          </a:solidFill>
          <a:ln/>
        </p:spPr>
      </p:sp>
      <p:sp>
        <p:nvSpPr>
          <p:cNvPr id="38" name="Shape 36"/>
          <p:cNvSpPr/>
          <p:nvPr/>
        </p:nvSpPr>
        <p:spPr>
          <a:xfrm>
            <a:off x="7720279" y="1700784"/>
            <a:ext cx="36576" cy="199339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9" name="Text 37"/>
          <p:cNvSpPr/>
          <p:nvPr/>
        </p:nvSpPr>
        <p:spPr>
          <a:xfrm>
            <a:off x="7866583" y="173736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866583" y="1938528"/>
            <a:ext cx="358444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상업용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권리관계 및 임대차 계약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인접 인프라 및 입지 환경 분석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7720279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E8F4F8"/>
          </a:solidFill>
          <a:ln/>
        </p:spPr>
      </p:sp>
      <p:sp>
        <p:nvSpPr>
          <p:cNvPr id="42" name="Shape 40"/>
          <p:cNvSpPr/>
          <p:nvPr/>
        </p:nvSpPr>
        <p:spPr>
          <a:xfrm>
            <a:off x="7720279" y="4032504"/>
            <a:ext cx="36576" cy="2039112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43" name="Text 41"/>
          <p:cNvSpPr/>
          <p:nvPr/>
        </p:nvSpPr>
        <p:spPr>
          <a:xfrm>
            <a:off x="7866583" y="4069080"/>
            <a:ext cx="3584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866583" y="4270248"/>
            <a:ext cx="358444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투자 검토 대상 자산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 조건 및 운영비 구조 분석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매입 후 운용 계획에 따른 수익성 분석</a:t>
            </a:r>
            <a:endParaRPr lang="en-US" sz="980" dirty="0"/>
          </a:p>
        </p:txBody>
      </p:sp>
      <p:sp>
        <p:nvSpPr>
          <p:cNvPr id="45" name="Text 4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입지 정보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압구정역 3호선 도보 7분 (약 525m)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토미아파트 도보 1분 (약 39m)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주요시설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압구정아인빌아파트 도보 1분 (약 66m)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648456"/>
            <a:ext cx="5571439" cy="877824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9320" y="3703320"/>
            <a:ext cx="36576" cy="768096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4" name="Text 21"/>
          <p:cNvSpPr/>
          <p:nvPr/>
        </p:nvSpPr>
        <p:spPr>
          <a:xfrm>
            <a:off x="6135624" y="373989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35624" y="3941064"/>
            <a:ext cx="53154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압구정역 3호선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26" name="Text 23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&amp; 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49323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989320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49323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989320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9320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49323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50% 이하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89320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89320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549323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250% 이하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989320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89320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549323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989320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9320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549323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23,659만 원/평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5989320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6" name="Shape 23"/>
          <p:cNvSpPr/>
          <p:nvPr/>
        </p:nvSpPr>
        <p:spPr>
          <a:xfrm>
            <a:off x="5989320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7" name="Text 24"/>
          <p:cNvSpPr/>
          <p:nvPr/>
        </p:nvSpPr>
        <p:spPr>
          <a:xfrm>
            <a:off x="6135624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135624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 기준 법정 건폐율 50% 이하, 법정 용적률 250%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5989320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수익률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1057839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00200"/>
            <a:ext cx="10600639" cy="1005840"/>
          </a:xfrm>
          <a:prstGeom prst="roundRect">
            <a:avLst>
              <a:gd name="adj" fmla="val 7273"/>
            </a:avLst>
          </a:prstGeom>
          <a:solidFill>
            <a:srgbClr val="132A3A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002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60359" y="160020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00439" y="28346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0만원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82112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82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000439" y="318211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0만원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9584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2958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00439" y="35295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760.0억원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77056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7705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순투자금 (매매가 − 보증금)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000439" y="38770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760.0억원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24528"/>
            <a:ext cx="10600639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69848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문의/유의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069848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61288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91330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37634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362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362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6002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6002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26045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2349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82077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82077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30717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30717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29384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29384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29384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02920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9384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02920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29384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📞  담당자  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010-0000-0000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2920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774375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2026-09-29T01:48:28Z</dcterms:created>
  <dcterms:modified xsi:type="dcterms:W3CDTF">2026-09-29T01:48:28Z</dcterms:modified>
</cp:coreProperties>
</file>