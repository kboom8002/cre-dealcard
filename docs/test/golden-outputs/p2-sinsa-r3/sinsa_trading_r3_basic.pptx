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760억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2026.09.23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321.2평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1,010.9평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B2/F6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760억 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압구정역 도보 7분 역세권,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321평·연면적 1011평·평당 약 7,518만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1061.9㎡ (321.2평)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3341.8㎡ (1010.9평)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1998년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2층 ~ 지상 6층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26대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압구정역 3호선 도보 7분 (약 525m)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토미아파트 도보 1분 (약 39m)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압구정아인빌아파트 도보 1분 (약 66m)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648456"/>
            <a:ext cx="5571439" cy="877824"/>
          </a:xfrm>
          <a:prstGeom prst="roundRect">
            <a:avLst>
              <a:gd name="adj" fmla="val 6250"/>
            </a:avLst>
          </a:prstGeom>
          <a:solidFill>
            <a:srgbClr val="E8F4F8"/>
          </a:solidFill>
          <a:ln/>
        </p:spPr>
      </p:sp>
      <p:sp>
        <p:nvSpPr>
          <p:cNvPr id="23" name="Shape 20"/>
          <p:cNvSpPr/>
          <p:nvPr/>
        </p:nvSpPr>
        <p:spPr>
          <a:xfrm>
            <a:off x="5989320" y="3703320"/>
            <a:ext cx="36576" cy="768096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4" name="Text 21"/>
          <p:cNvSpPr/>
          <p:nvPr/>
        </p:nvSpPr>
        <p:spPr>
          <a:xfrm>
            <a:off x="6135624" y="3739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35624" y="3941064"/>
            <a:ext cx="53154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압구정역 3호선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6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1,061.9㎡ (321.2평)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50% 이하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250% 이하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989320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35624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35624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 기준 법정 건폐율 50% 이하, 법정 용적률 250%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(760.0억원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2026-09-23T00:48:59Z</dcterms:created>
  <dcterms:modified xsi:type="dcterms:W3CDTF">2026-09-23T00:48:59Z</dcterms:modified>
</cp:coreProperties>
</file>