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jpeg"/><Relationship Id="rId4" Type="http://schemas.openxmlformats.org/officeDocument/2006/relationships/image" Target="../media/image-7-4.jpeg"/><Relationship Id="rId5" Type="http://schemas.openxmlformats.org/officeDocument/2006/relationships/image" Target="../media/image-7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신사동 590 ICL빌딩 매각 투자안내서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760억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투자자문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2026.09.21  |  수석 자문역  |  CREDEAL 투자자문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IM-SINSA-590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도산대로·을지병원 사거리 인근 코너 입지, 인근 실거래가(평당 2.8억~3.2억) 대비 현저한 저평가 갭투자 기회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1,061.9㎡ (321.2평)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3,341.8㎡ (1,010.9평)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규모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2층 ~ 지상 6층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1998년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주차대수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5대 / 기계식 21대 (총 26대)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압구정역 도보 5분 역세권 및 논현로 이면 코너 (북측 8m, 동측 6m) 접면, GBD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321평·연면적 1011평·평당 약 7,518만 원 규모 단독 빌딩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IM-SINSA-590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신사동 590 ICL빌딩 제원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23160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1,061.9㎡ (321.2평)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23160" y="2194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3,341.8㎡ (1,010.9평)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2316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7432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규모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23160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2층 ~ 지상 6층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01752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23160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1998년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주차대수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23160" y="3291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5대 / 기계식 21대 (총 26대)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5661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566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승강기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231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23,659만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39" name="Shape 36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0" name="Text 37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IM-SINSA-590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압구정역 도보 5분 (약 450m)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88920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49323" y="2788920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논현로 이면 코너 (북측 8m, 동측 6m)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3282696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549323" y="3282696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989320" y="377647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776472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549323" y="3776472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강남을지병원사거리 도보 3분 (약 200m)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989320" y="440740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3" name="Shape 20"/>
          <p:cNvSpPr/>
          <p:nvPr/>
        </p:nvSpPr>
        <p:spPr>
          <a:xfrm>
            <a:off x="5989320" y="446227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4" name="Text 21"/>
          <p:cNvSpPr/>
          <p:nvPr/>
        </p:nvSpPr>
        <p:spPr>
          <a:xfrm>
            <a:off x="6135624" y="449884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35624" y="470001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압구정역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논현로 이면 코너 (북측 8m, 동측 6m)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26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IM-SINSA-590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1,061.9㎡ (321.2평)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51.3% (법정 상한 50%)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237.2% (법정 상한 250%)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논현로 이면 코너 (북측 8m, 동측 6m)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23,659만 원/평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30" name="Shape 27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1" name="Text 28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51.3%, 용적률 237.2% (법정 상한: 건폐율 50%, 용적률 250%) • 제3종일반주거지역 기준 법정 상한 대비 용적률 상향 및 밸류애드 잠재력 보유 • 논현로 이면 코너 (북측 8m, 동측 6m) 접면으로 보행자 접근성 및 차량 진출입 동선 우수</a:t>
            </a:r>
            <a:endParaRPr lang="en-US" sz="980" dirty="0"/>
          </a:p>
        </p:txBody>
      </p:sp>
      <p:sp>
        <p:nvSpPr>
          <p:cNvPr id="33" name="Text 3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IM-SINSA-590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지적도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연속지적도 (V-World)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1,061.9㎡ (321.2평)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88920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49323" y="2788920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51.3% (법정 상한 50%)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3282696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549323" y="3282696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237.2% (법정 상한 250%)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89320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IM-SINSA-590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12648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신사동 590 ICL 빌딩 전경 및 대로변 코너 입지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3153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34126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지상 진입로 및 1층 전면 상가부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7960157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069885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측면부 및 도로 접면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76072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576072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02920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12648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자주식/기계식 주차장 진입로 (총 26대)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04690" y="3726180"/>
            <a:ext cx="996696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04690" y="3726180"/>
            <a:ext cx="99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옥상/테라스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3153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34126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상층부 외관 및 옥상 공간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IM-SINSA-590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수석 자문역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02-555-8888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 투자자문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투자자문 · IM-SINSA-590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IM-SINSA-590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2026-09-21T01:30:33Z</dcterms:created>
  <dcterms:modified xsi:type="dcterms:W3CDTF">2026-09-21T01:30:33Z</dcterms:modified>
</cp:coreProperties>
</file>