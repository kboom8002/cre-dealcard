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강남구 신사동 590 투자설명서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345643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강남구 신사동 590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977640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3977640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837944" y="397764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1837944" y="39776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760억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4480560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4590288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760억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2026.09.20  |  담당자  |  CREDEAL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6751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760억 원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24373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0832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0832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321.2평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84541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49133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149133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1,010.9평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0292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51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6751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만실 운영 (공실 0%)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424373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0832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40832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760억 원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7984541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49133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수익률(Cap Rate)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149133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502920" y="371246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02920" y="4041648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2648" y="4151376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2648" y="4151376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43000" y="4078224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대중교통 역세권 입지, 해당 권역 업무·상업 중심지 배후 수요 확보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02920" y="472287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2648" y="483260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2648" y="483260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43000" y="4759452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규모: 대지 321평·연면적 1011평·평당 약 7,518만 원 규모 단독 빌딩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540410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551383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551383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5440680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안정성: 안정적 임대수익 기반 투자 매물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개요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기본 정보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강남구 신사동 590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9933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99339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23160" y="199339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1061.9㎡ (321.2평)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3408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34086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23160" y="234086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3341.8㎡ (1010.9평)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268833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68833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423160" y="2688336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[확인 필요]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30358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03580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23160" y="3035808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[확인 필요]년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3832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3832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층수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423160" y="338328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[확인 필요]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" y="373075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73075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423160" y="373075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26대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" y="407822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407822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엘리베이터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423160" y="407822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[확인 필요]대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02920" y="4517136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4517136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12541" y="4517136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760억 원 (VAT 별도)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5020056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5020056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412541" y="5020056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23,659만 원/평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9" name="Text 37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상업용 자산\n• 권리관계 및 임대차 현황 실사 확인 필요\n• 상세 인접 인프라 및 입지 환경 분석 권장</a:t>
            </a:r>
            <a:endParaRPr lang="en-US" sz="980" dirty="0"/>
          </a:p>
        </p:txBody>
      </p:sp>
      <p:sp>
        <p:nvSpPr>
          <p:cNvPr id="41" name="Shape 39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E8F4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3" name="Text 41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자산\n• 임대차 계약 현황 및 운영비 실사 확인 필요\n• 매입 후 운용 계획에 따른 수익성 분석 권장</a:t>
            </a:r>
            <a:endParaRPr lang="en-US" sz="98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인접 지하철역 역세권 (상세 확인 필요)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989320" y="229514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295144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549323" y="2295144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760억 주요 상업·업무 권역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89320" y="2926080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E8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5989320" y="2980944"/>
            <a:ext cx="36576" cy="548640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15" name="Text 12"/>
          <p:cNvSpPr/>
          <p:nvPr/>
        </p:nvSpPr>
        <p:spPr>
          <a:xfrm>
            <a:off x="6135624" y="3017520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135624" y="3218688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760억 배후 상권 기반 안정적 임대 수요</a:t>
            </a:r>
            <a:endParaRPr lang="en-US" sz="980" dirty="0"/>
          </a:p>
        </p:txBody>
      </p:sp>
      <p:sp>
        <p:nvSpPr>
          <p:cNvPr id="17" name="Text 1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1,061.9㎡ (321.2평)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6858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02920" y="248716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487168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건폐율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2423160" y="2487168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 이하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02920" y="29077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2907792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용적률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2423160" y="2907792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400% 이하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02920" y="332841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3328416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필지 형상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423160" y="3328416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[필지 형상 확인 필요]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2920" y="37490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74904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423160" y="374904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502920" y="41696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416966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2423160" y="416966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23,659만 원/평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9" name="Text 27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지역 기준 법정 건폐율 60% 이하, 법정 용적률 400% 이하 적용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특성에 부합하는 최적 토지이용 및 건축 규제 기준 충족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전면 도로 접면 조건 양호, 접근성 우수</a:t>
            </a:r>
            <a:endParaRPr lang="en-US" sz="980" dirty="0"/>
          </a:p>
        </p:txBody>
      </p:sp>
      <p:sp>
        <p:nvSpPr>
          <p:cNvPr id="31" name="Text 2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수익률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11057839" cy="1188720"/>
          </a:xfrm>
          <a:prstGeom prst="roundRect">
            <a:avLst>
              <a:gd name="adj" fmla="val 6154"/>
            </a:avLst>
          </a:prstGeom>
          <a:solidFill>
            <a:srgbClr val="F7FAFC"/>
          </a:solidFill>
          <a:ln w="9525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08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표면 임대수익률  =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34340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 합계 (관리비 제외)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26280" y="1920240"/>
            <a:ext cx="4206240" cy="0"/>
          </a:xfrm>
          <a:prstGeom prst="line">
            <a:avLst/>
          </a:prstGeom>
          <a:noFill/>
          <a:ln w="25400">
            <a:solidFill>
              <a:srgbClr val="B886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  −  승계 보증금 합계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26119" y="150876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0만원</a:t>
            </a:r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÷ (760.0억원 − 0만원)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11057839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3017520"/>
            <a:ext cx="1280160" cy="329184"/>
          </a:xfrm>
          <a:prstGeom prst="roundRect">
            <a:avLst>
              <a:gd name="adj" fmla="val 11111"/>
            </a:avLst>
          </a:prstGeom>
          <a:solidFill>
            <a:srgbClr val="F3F6F7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017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(현재)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457639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0만원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457639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0만원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457639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760.0억원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4837176"/>
            <a:ext cx="10692079" cy="594360"/>
          </a:xfrm>
          <a:prstGeom prst="roundRect">
            <a:avLst>
              <a:gd name="adj" fmla="val 9231"/>
            </a:avLst>
          </a:prstGeom>
          <a:solidFill>
            <a:srgbClr val="132A3A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 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83319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0.00%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문의/유의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📞  담당자  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010-0000-0000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CREDEAL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6" name="Text 44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8" name="Text 46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 · 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2026-09-20T11:58:09Z</dcterms:created>
  <dcterms:modified xsi:type="dcterms:W3CDTF">2026-09-20T11:58:09Z</dcterms:modified>
</cp:coreProperties>
</file>