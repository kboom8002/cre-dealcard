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760억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321.2평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1,010.9평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760억 원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321평·연면적 1011평·평당 약 7,518만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1061.9㎡ (321.2평)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3341.8㎡ (1010.9평)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26대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9" name="Text 2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(760.0억원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2026-09-20T11:35:08Z</dcterms:created>
  <dcterms:modified xsi:type="dcterms:W3CDTF">2026-09-20T11:35:08Z</dcterms:modified>
</cp:coreProperties>
</file>