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jpeg"/><Relationship Id="rId5" Type="http://schemas.openxmlformats.org/officeDocument/2006/relationships/image" Target="../media/image-6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ICL빌딩 매각 투자안내서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2026.09.21  |  수석 자문역  |  CREDEAL 투자자문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도산대로·을지병원 사거리 인근 코너 입지, 인근 실거래가(평당 2.8억~3.2억) 대비 현저한 저평가 갭투자 기회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3,341.8㎡ (1,010.9평)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21대 (총 26대)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5분 역세권 및 논현로 이면 코너 (북측 8m, 동측 6m) 접면, GBD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ICL빌딩 제원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3,341.8㎡ (1,010.9평)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21대 (총 26대)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도보 5분 (약 450m)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강남을지병원사거리 도보 3분 (약 200m)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51.3% (법정 상한 50%)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237.2% (법정 상한 250%)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51.3%, 용적률 237.2% (법정 상한: 건폐율 50%, 용적률 250%)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 빌딩 전경 및 대로변 코너 입지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지상 진입로 및 1층 전면 상가부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측면부 및 도로 접면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자주식/기계식 주차장 진입로 (총 26대)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996696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옥상/테라스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상층부 외관 및 옥상 공간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수석 자문역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02-555-8888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 투자자문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 · IM-SINSA-590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2026-09-21T01:52:30Z</dcterms:created>
  <dcterms:modified xsi:type="dcterms:W3CDTF">2026-09-21T01:52:30Z</dcterms:modified>
</cp:coreProperties>
</file>