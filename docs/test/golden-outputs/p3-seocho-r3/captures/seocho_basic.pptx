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jpeg"/><Relationship Id="rId5" Type="http://schemas.openxmlformats.org/officeDocument/2006/relationships/image" Target="../media/image-6-5.jpeg"/><Relationship Id="rId6" Type="http://schemas.openxmlformats.org/officeDocument/2006/relationships/image" Target="../media/image-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사옥용 매각안내서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2026.09.21  |  수석 자문역  |  CREDEAL 투자자문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초역세권 신분당선 호재 프리미엄 사옥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양재역 도보 7분 역세권 및 서초대로 이면 (북측 8m, 동측 6m) 접면, GBD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1364-28 FM빌딩 제원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우정에쉐르아파트 도보 1분 (약 101m)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동원베네스트아파트 도보 2분 (약 153m)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58% (법정 상한 50%)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280% (법정 상한 250%)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58%, 용적률 280% (법정 상한: 건폐율 50%, 용적률 250%)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entrance 사진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parking 사진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수석 자문역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02-555-8888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 투자자문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 · IM-SEOCHO-FM-R3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2026-09-21T23:54:53Z</dcterms:created>
  <dcterms:modified xsi:type="dcterms:W3CDTF">2026-09-21T23:54:53Z</dcterms:modified>
</cp:coreProperties>
</file>