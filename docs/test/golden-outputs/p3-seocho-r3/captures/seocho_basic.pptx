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4" Type="http://schemas.openxmlformats.org/officeDocument/2006/relationships/image" Target="../media/image-7-4.jpeg"/><Relationship Id="rId5" Type="http://schemas.openxmlformats.org/officeDocument/2006/relationships/image" Target="../media/image-7-5.jpeg"/><Relationship Id="rId6" Type="http://schemas.openxmlformats.org/officeDocument/2006/relationships/image" Target="../media/image-7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230억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사옥 즉시 입주 가능, 임대료 절감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2104.88㎡ (636.7평)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20대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양재역 도보 7분 역세권,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180평·연면적 637평·평당 약 3,612만 원 규모 단독 빌딩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2104.88㎡ (636.7평)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20대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7분 (약 590m)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우정에쉐르아파트 도보 1분 (약 101m)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동원베네스트아파트 도보 2분 (약 153m)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64845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370332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3739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394106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50% 이하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250% 이하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건폐율 50% 이하, 법정 용적률 250%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55321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85800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555955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555955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505663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1832" y="505663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68680" y="4553712"/>
            <a:ext cx="2194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41832" y="455371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68680" y="405079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" y="405079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68680" y="3547872"/>
            <a:ext cx="2194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941832" y="354787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68680" y="3044952"/>
            <a:ext cx="2194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941832" y="304495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68680" y="254203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1832" y="254203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68680" y="203911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832" y="203911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658368"/>
                <a:gridCol w="5029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관리비(만원)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 3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7" name="Text 12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5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5" name="Text 18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9" name="Text 2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1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2026-09-22T04:17:45Z</dcterms:created>
  <dcterms:modified xsi:type="dcterms:W3CDTF">2026-09-22T04:17:45Z</dcterms:modified>
</cp:coreProperties>
</file>