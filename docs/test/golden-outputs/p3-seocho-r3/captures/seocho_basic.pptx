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jpeg"/><Relationship Id="rId4" Type="http://schemas.openxmlformats.org/officeDocument/2006/relationships/image" Target="../media/image-7-4.jpeg"/><Relationship Id="rId5" Type="http://schemas.openxmlformats.org/officeDocument/2006/relationships/image" Target="../media/image-7-5.jpeg"/><Relationship Id="rId6" Type="http://schemas.openxmlformats.org/officeDocument/2006/relationships/image" Target="../media/image-7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사옥용 매각안내서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230억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수석 자문역  |  CREDEAL 투자자문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초역세권 신분당선 호재 프리미엄 사옥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596.0㎡ (180.3평)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2,104.88㎡ (636.7평)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15대 (총 20대)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양재역 도보 7분 역세권 및 서초대로 이면 (북측 8m, 동측 6m) 접면, GBD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637평·평당 약 3,612만 원 규모 단독 빌딩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1364-28 FM빌딩 제원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596.0㎡ (180.3평)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2,104.88㎡ (636.7평)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7층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2005년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주차대수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5대 / 기계식 15대 (총 20대)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서초구 서초동 1364-28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7분 (약 590m)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우정에쉐르아파트 도보 1분 (약 101m)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동원베네스트아파트 도보 2분 (약 153m)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양재역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596㎡ (180.3평)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58% (법정 상한 50%)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280% (법정 상한 250%)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12,757만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58%, 용적률 280% (법정 상한: 건폐율 50%, 용적률 250%)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서초대로 이면 (북측 8m, 동측 6m)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55321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85800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55595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55595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185416" y="555955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2평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417320" y="5056632"/>
            <a:ext cx="109728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63040" y="5056632"/>
            <a:ext cx="100584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8680" y="455371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455371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85416" y="455371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2평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8680" y="405079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" y="405079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85416" y="405079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2평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2920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8680" y="354787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1832" y="354787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185416" y="354787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2평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02920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68680" y="30449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1832" y="30449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85416" y="304495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2평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8680" y="254203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832" y="254203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185416" y="254203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2평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2920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8680" y="203911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41832" y="203911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전층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85416" y="203911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2평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658368"/>
                <a:gridCol w="502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관리비(만원)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제2종근생(사무소)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퇴거협의 가능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제2종근생(사무소)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퇴거협의 가능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제2종근생(사무소)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입주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제2종근생(사무소)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입주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제2종근생(사무소)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일반법인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퇴거협의 가능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제2종근생(사무소)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입주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제1종근생(소매점)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204.9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요망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제2종근생(기타)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 예정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2104.9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exterior 사진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exterior 사진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entrance 사진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interior 사진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interior 사진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서초동 FM빌딩 parking 사진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수석 자문역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02-555-8888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 투자자문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투자자문 · IM-SEOCHO-FM-R3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IM-SEOCHO-FM-R3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2026-09-22T00:22:48Z</dcterms:created>
  <dcterms:modified xsi:type="dcterms:W3CDTF">2026-09-22T00:22:48Z</dcterms:modified>
</cp:coreProperties>
</file>