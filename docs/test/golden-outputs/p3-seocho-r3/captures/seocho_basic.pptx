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230억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2026.09.23  |  담당자  |  CREDEAL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사옥 즉시 입주 가능, 임대료 절감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2104.88㎡ (636.7평)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20대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양재역 도보 7분 역세권, 해당 권역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180평·연면적 637평·평당 약 3,612만 원 규모 단독 빌딩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2104.88㎡ (636.7평)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20대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9502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38912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8912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38912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89204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9204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89204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7분 (약 590m)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우정에쉐르아파트 도보 1분 (약 101m)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동원베네스트아파트 도보 2분 (약 153m)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648456"/>
            <a:ext cx="5571439" cy="877824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3703320"/>
            <a:ext cx="36576" cy="768096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3739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3941064"/>
            <a:ext cx="5315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이하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250% 이하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35624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35624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 기준 법정 건폐율 50% 이하, 법정 용적률 250%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5532120"/>
            <a:ext cx="2560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5800" y="5349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5532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5559552"/>
            <a:ext cx="21945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555955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50292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68680" y="5056632"/>
            <a:ext cx="21945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505663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5262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553712"/>
            <a:ext cx="2194560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41832" y="455371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" y="4050792"/>
            <a:ext cx="21945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05079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3547872"/>
            <a:ext cx="2194560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41832" y="354787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0175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3044952"/>
            <a:ext cx="2194560" cy="44805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941832" y="304495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2514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2542032"/>
            <a:ext cx="21945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254203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201168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8680" y="2039112"/>
            <a:ext cx="2194560" cy="4480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2039112"/>
            <a:ext cx="131673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6080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645920"/>
          <a:ext cx="6805879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57200"/>
                <a:gridCol w="868680"/>
                <a:gridCol w="1188720"/>
                <a:gridCol w="749808"/>
                <a:gridCol w="749808"/>
                <a:gridCol w="658368"/>
                <a:gridCol w="658368"/>
                <a:gridCol w="1161288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용도/업종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전용면적(㎡)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월세(만원)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파티룸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파티룸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사무실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담당자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010-0000-0000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2026-09-23T02:57:02Z</dcterms:created>
  <dcterms:modified xsi:type="dcterms:W3CDTF">2026-09-23T02:57:02Z</dcterms:modified>
</cp:coreProperties>
</file>