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 투자설명서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230억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2026.10.02  |  담당자  |  CREDEAL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사옥 즉시 입주 가능, 임대료 절감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1965579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8144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1965579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2104.88㎡ (636.7평)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090291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372536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090291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2050" dirty="0"/>
          </a:p>
        </p:txBody>
      </p:sp>
      <p:sp>
        <p:nvSpPr>
          <p:cNvPr id="29" name="Shape 27"/>
          <p:cNvSpPr/>
          <p:nvPr/>
        </p:nvSpPr>
        <p:spPr>
          <a:xfrm>
            <a:off x="8983751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20대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양재역 도보 7분 역세권,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180평·연면적 637평·평당 약 3,612만 원 규모 단독 빌딩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87168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7168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2104.88㎡ (636.7평)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87168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87168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87168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20대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39502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87168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38912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38912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6549" y="438912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4088" y="489204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89204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6549" y="489204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84287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84287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930591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30591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7분 (약 590m)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우정에쉐르아파트 도보 1분 (약 101m)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동원베네스트아파트 도보 2분 (약 153m)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3648456"/>
            <a:ext cx="5571439" cy="877824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6053328" y="3703320"/>
            <a:ext cx="36576" cy="768096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99632" y="3739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99632" y="3941064"/>
            <a:ext cx="5315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613331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53328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053328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99632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99632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건폐율 50% 이하, 법정 용적률 250%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5532120"/>
            <a:ext cx="274320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49808" y="5349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55321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555955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555040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50292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505663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504748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45262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4553712"/>
            <a:ext cx="2468880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133856" y="454456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402336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405079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404164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35204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3547872"/>
            <a:ext cx="2468880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133856" y="353872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97280" y="3044952"/>
            <a:ext cx="2468880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33856" y="303580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97280" y="254203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253288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0116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97280" y="203911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3856" y="202996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5546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5546" y="1234440"/>
            <a:ext cx="360060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6869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36869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024165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24165" y="1234440"/>
            <a:ext cx="360060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6692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6928" y="3653028"/>
            <a:ext cx="360060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295546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95546" y="3653028"/>
            <a:ext cx="3600602" cy="229057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36869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436869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8024165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24165" y="3653028"/>
            <a:ext cx="3600602" cy="229057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097317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8097317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담당자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010-0000-0000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2026-10-02T04:23:46Z</dcterms:created>
  <dcterms:modified xsi:type="dcterms:W3CDTF">2026-10-02T04:23:46Z</dcterms:modified>
</cp:coreProperties>
</file>