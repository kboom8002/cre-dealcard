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564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977640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977640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9776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977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48056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59028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230억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2026.09.20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원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180.3평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636.7평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230억 원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180평·연면적 637평·평당 약 3,612만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596㎡ (180.3평)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2104.88㎡ (636.7평)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[확인 필요]대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517136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517136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517136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5020056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5020056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5020056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12,757만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자산\n• 권리관계 및 임대차 현황 실사 확인 필요\n• 상세 인접 인프라 및 입지 환경 분석 권장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자산\n• 임대차 계약 현황 및 운영비 실사 확인 필요\n• 매입 후 운용 계획에 따른 수익성 분석 권장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주요 상업·업무 권역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92608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989320" y="2980944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5" name="Text 12"/>
          <p:cNvSpPr/>
          <p:nvPr/>
        </p:nvSpPr>
        <p:spPr>
          <a:xfrm>
            <a:off x="6135624" y="301752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135624" y="321868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배후 상권 기반 안정적 임대 수요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596㎡ (180.3평)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9077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23160" y="29077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400% 이하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02920" y="33284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3284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필지 형상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423160" y="33284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[필지 형상 확인 필요]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2920" y="37490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74904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423160" y="374904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02920" y="41696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16966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2423160" y="416966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12,757만 원/평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9" name="Text 2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지역 기준 법정 건폐율 60% 이하, 법정 용적률 400%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74980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5532120"/>
            <a:ext cx="3703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49808" y="53492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66928" y="55321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32688" y="5559552"/>
            <a:ext cx="3337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555955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66928" y="50292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32688" y="5056632"/>
            <a:ext cx="3337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505663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6928" y="45262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32688" y="4553712"/>
            <a:ext cx="3337560" cy="44805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1005840" y="455371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66928" y="402336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32688" y="4050792"/>
            <a:ext cx="3337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05079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35204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32688" y="3547872"/>
            <a:ext cx="3337560" cy="44805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1005840" y="354787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66928" y="30175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32688" y="3044952"/>
            <a:ext cx="3337560" cy="44805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005840" y="304495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5146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6F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32688" y="2542032"/>
            <a:ext cx="3337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" y="254203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66928" y="20116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7F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32688" y="2039112"/>
            <a:ext cx="3337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05840" y="203911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6080760"/>
            <a:ext cx="4069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73168" y="1645920"/>
          <a:ext cx="6858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1188720"/>
                <a:gridCol w="1188720"/>
                <a:gridCol w="100584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층수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면적(평)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 호실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 3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(230.0억원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2026-09-20T11:58:14Z</dcterms:created>
  <dcterms:modified xsi:type="dcterms:W3CDTF">2026-09-20T11:58:14Z</dcterms:modified>
</cp:coreProperties>
</file>