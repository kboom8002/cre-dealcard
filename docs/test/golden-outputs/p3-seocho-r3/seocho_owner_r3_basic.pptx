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56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97764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9776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977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59028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230억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180.3평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636.7평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230억 원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180평·연면적 637평·평당 약 3,612만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2104.88㎡ (636.7평)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[확인 필요]대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5171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5171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5171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0200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50200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주요 상업·업무 권역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92608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9320" y="2980944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5" name="Text 12"/>
          <p:cNvSpPr/>
          <p:nvPr/>
        </p:nvSpPr>
        <p:spPr>
          <a:xfrm>
            <a:off x="6135624" y="301752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35624" y="321868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배후 상권 기반 안정적 임대 수요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37490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749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423160" y="37490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41696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169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423160" y="41696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9" name="Text 2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5532120"/>
            <a:ext cx="3703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49808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32688" y="555955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55955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32688" y="505663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05663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32688" y="4553712"/>
            <a:ext cx="3337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1005840" y="455371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32688" y="405079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05079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32688" y="3547872"/>
            <a:ext cx="3337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1005840" y="354787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66928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32688" y="3044952"/>
            <a:ext cx="3337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005840" y="304495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2688" y="254203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254203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32688" y="203911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5840" y="203911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6080760"/>
            <a:ext cx="4069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1645920"/>
          <a:ext cx="6858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188720"/>
                <a:gridCol w="1188720"/>
                <a:gridCol w="100584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층수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면적(평)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 3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(230.0억원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2026-09-20T11:35:08Z</dcterms:created>
  <dcterms:modified xsi:type="dcterms:W3CDTF">2026-09-20T11:35:08Z</dcterms:modified>
</cp:coreProperties>
</file>