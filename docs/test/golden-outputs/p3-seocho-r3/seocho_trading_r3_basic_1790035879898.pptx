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매매차익형 매각 안내서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230억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2026.09.22  |  수석 자문역  |  CREDEAL 투자자문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초역세권 신분당선 호재 프리미엄 사옥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596.0㎡ (180.3평)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2,104.88㎡ (636.7평)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15대 (총 20대)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양재역 도보 7분 역세권 및 서초대로 이면 (북측 8m, 동측 6m) 접면, GBD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180평·연면적 637평·평당 약 3,612만 원 규모 단독 빌딩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1364-28 FM빌딩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2316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596.0㎡ (180.3평)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23160" y="2194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2,104.88㎡ (636.7평)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23160" y="2468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74320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23160" y="2743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7층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3017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2005년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91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주차대수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423160" y="3291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5대 / 기계식 15대 (총 20대)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56616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승강기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2316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402336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2336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02336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52628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2628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52628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39" name="Shape 36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0" name="Text 37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서초구 서초동 1364-28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7분 (약 590m)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우정에쉐르아파트 도보 1분 (약 101m)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동원베네스트아파트 도보 2분 (약 153m)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양재역 3호선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596㎡ (180.3평)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58% (법정 상한 50%)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280% (법정 상한 250%)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88620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89320" y="388620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549323" y="388620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12,757만 원/평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989320" y="4343400"/>
            <a:ext cx="5571439" cy="1234440"/>
          </a:xfrm>
          <a:prstGeom prst="roundRect">
            <a:avLst>
              <a:gd name="adj" fmla="val 4444"/>
            </a:avLst>
          </a:prstGeom>
          <a:solidFill>
            <a:srgbClr val="E8F4F8"/>
          </a:solidFill>
          <a:ln/>
        </p:spPr>
      </p:sp>
      <p:sp>
        <p:nvSpPr>
          <p:cNvPr id="29" name="Shape 26"/>
          <p:cNvSpPr/>
          <p:nvPr/>
        </p:nvSpPr>
        <p:spPr>
          <a:xfrm>
            <a:off x="5989320" y="4398264"/>
            <a:ext cx="36576" cy="11247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0" name="Text 27"/>
          <p:cNvSpPr/>
          <p:nvPr/>
        </p:nvSpPr>
        <p:spPr>
          <a:xfrm>
            <a:off x="6135624" y="4434840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135624" y="4636008"/>
            <a:ext cx="5315407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58%, 용적률 280% (법정 상한: 건폐율 50%, 용적률 250%)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서초대로 이면 (북측 8m, 동측 6m) 접면으로 보행자 접근성 및 차량 진출입 동선 우수</a:t>
            </a:r>
            <a:endParaRPr lang="en-US" sz="980" dirty="0"/>
          </a:p>
        </p:txBody>
      </p:sp>
      <p:sp>
        <p:nvSpPr>
          <p:cNvPr id="32" name="Text 29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exterior 사진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exterior 사진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entrance 사진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interior 사진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interior 사진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서초동 FM빌딩 parking 사진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수석 자문역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02-555-8888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 투자자문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투자자문 · IM-SEOCHO-FM-TRD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IM-SEOCHO-FM-TRD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2026-09-22T00:11:19Z</dcterms:created>
  <dcterms:modified xsi:type="dcterms:W3CDTF">2026-09-22T00:11:19Z</dcterms:modified>
</cp:coreProperties>
</file>