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매매차익형 매각 안내서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230억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2026.09.22  |  수석 자문역  |  CREDEAL 투자자문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초역세권 신분당선 호재 프리미엄 사옥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596.0㎡ (180.3평)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2,104.88㎡ (636.7평)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15대 (총 20대)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양재역 도보 7분 역세권 및 서초대로 이면 (북측 8m, 동측 6m) 접면, GBD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180평·연면적 637평·평당 약 3,612만 원 규모 단독 빌딩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1364-28 FM빌딩 제원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596.0㎡ (180.3평)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2,104.88㎡ (636.7평)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15대 (총 20대)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7분 (약 590m)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우정에쉐르아파트 도보 1분 (약 101m)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동원베네스트아파트 도보 2분 (약 153m)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35624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35624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58% (법정 상한 50%)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280% (법정 상한 250%)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8862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8862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49323" y="38862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4343400"/>
            <a:ext cx="5571439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4398264"/>
            <a:ext cx="36576" cy="11247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7"/>
          <p:cNvSpPr/>
          <p:nvPr/>
        </p:nvSpPr>
        <p:spPr>
          <a:xfrm>
            <a:off x="6135624" y="4434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35624" y="4636008"/>
            <a:ext cx="53154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58%, 용적률 280% (법정 상한: 건폐율 50%, 용적률 250%)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 접면으로 보행자 접근성 및 차량 진출입 동선 우수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exterior 사진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exterior 사진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entrance 사진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interior 사진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interior 사진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parking 사진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수석 자문역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02-555-8888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투자자문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 · IM-SEOCHO-FM-TRD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2026-09-22T00:23:07Z</dcterms:created>
  <dcterms:modified xsi:type="dcterms:W3CDTF">2026-09-22T00:23:07Z</dcterms:modified>
</cp:coreProperties>
</file>