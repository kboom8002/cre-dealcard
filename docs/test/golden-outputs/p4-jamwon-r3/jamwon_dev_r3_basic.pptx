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393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16052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16052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1605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1605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66344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77316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186평·연면적 615평·평당 약 3,940만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1.27% 기반 안정적 임대수익 자산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6148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94436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9808" y="530352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49808" y="51206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6928" y="5669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32688" y="5696712"/>
            <a:ext cx="3337560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696712"/>
            <a:ext cx="20025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935224" y="5696712"/>
            <a:ext cx="116814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66928" y="53035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32688" y="5330952"/>
            <a:ext cx="333756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30952"/>
            <a:ext cx="20025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935224" y="5330952"/>
            <a:ext cx="116814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66928" y="49377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50517" y="4965192"/>
            <a:ext cx="1501902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23669" y="496519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51658" y="496519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31평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66928" y="4572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50517" y="4599432"/>
            <a:ext cx="1501902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23669" y="459943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휴게음식점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51658" y="459943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66928" y="42062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50517" y="4233672"/>
            <a:ext cx="1501902" cy="31089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3669" y="423367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부동산중개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51658" y="423367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10평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" y="38404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99693" y="3867912"/>
            <a:ext cx="280355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72845" y="3867912"/>
            <a:ext cx="168213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881823" y="3867912"/>
            <a:ext cx="98124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81평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50517" y="350215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23669" y="350215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751658" y="350215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41평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66928" y="3108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50517" y="313639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23669" y="313639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751658" y="313639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40평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66928" y="2743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199693" y="2770632"/>
            <a:ext cx="2803550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72845" y="2770632"/>
            <a:ext cx="168213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881823" y="2770632"/>
            <a:ext cx="98124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81평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66928" y="23774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50517" y="240487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23669" y="240487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751658" y="240487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41평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66928" y="20116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850517" y="2039112"/>
            <a:ext cx="150190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23669" y="2039112"/>
            <a:ext cx="90114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751658" y="2039112"/>
            <a:ext cx="52566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40평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96.43평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31.37평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28.15평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9.68평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2025-02-28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80.58평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41.02평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39.55평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80.58평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41.06평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62" name="Text 59"/>
          <p:cNvSpPr/>
          <p:nvPr/>
        </p:nvSpPr>
        <p:spPr>
          <a:xfrm>
            <a:off x="4773168" y="52578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12건 중 10건 표시)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(242.3억원 − 10.3억원)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2026-09-20T11:58:14Z</dcterms:created>
  <dcterms:modified xsi:type="dcterms:W3CDTF">2026-09-20T11:58:14Z</dcterms:modified>
</cp:coreProperties>
</file>