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3035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696712"/>
            <a:ext cx="2194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569671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69671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319평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" y="5330952"/>
            <a:ext cx="2194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3095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85416" y="533095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472184" y="4965192"/>
            <a:ext cx="98755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7904" y="49651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472184" y="4599432"/>
            <a:ext cx="98755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459943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472184" y="4233672"/>
            <a:ext cx="98755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17904" y="42336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44245" y="3867912"/>
            <a:ext cx="184343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7397" y="386791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150303" y="386791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72184" y="350215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17904" y="350215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920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472184" y="313639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17904" y="31363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44245" y="2770632"/>
            <a:ext cx="184343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17397" y="277063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150303" y="277063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2920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40487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4048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72184" y="203911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17904" y="203911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318.8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 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미협의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만기퇴거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2026-09-23T02:52:21Z</dcterms:created>
  <dcterms:modified xsi:type="dcterms:W3CDTF">2026-09-23T02:52:21Z</dcterms:modified>
</cp:coreProperties>
</file>