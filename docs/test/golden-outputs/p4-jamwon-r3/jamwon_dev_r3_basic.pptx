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393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160520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16052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41605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41605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66344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77316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242억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186.4평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614.9평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1.27%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186평·연면적 615평·평당 약 3,940만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1.27% 기반 안정적 임대수익 자산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2032.59㎡ (614.9평)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1990년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B1~5F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12대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517136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517136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517136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5020056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5020056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5020056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242억 주요 상업·업무 권역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92608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989320" y="2980944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5" name="Text 12"/>
          <p:cNvSpPr/>
          <p:nvPr/>
        </p:nvSpPr>
        <p:spPr>
          <a:xfrm>
            <a:off x="6135624" y="301752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135624" y="321868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242억 배후 상권 기반 안정적 임대 수요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7490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74904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74904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2920" y="41696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169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423160" y="416966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8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 기준 법정 건폐율 60% 이하, 법정 용적률 200%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37160" cy="137160"/>
          </a:xfrm>
          <a:prstGeom prst="rect">
            <a:avLst/>
          </a:prstGeom>
          <a:solidFill>
            <a:srgbClr val="C9A9A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98448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9" name="Text 7"/>
          <p:cNvSpPr/>
          <p:nvPr/>
        </p:nvSpPr>
        <p:spPr>
          <a:xfrm>
            <a:off x="148132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29968" y="1645920"/>
            <a:ext cx="137160" cy="137160"/>
          </a:xfrm>
          <a:prstGeom prst="rect">
            <a:avLst/>
          </a:prstGeom>
          <a:solidFill>
            <a:srgbClr val="A6C1D9"/>
          </a:solidFill>
          <a:ln/>
        </p:spPr>
      </p:sp>
      <p:sp>
        <p:nvSpPr>
          <p:cNvPr id="11" name="Text 9"/>
          <p:cNvSpPr/>
          <p:nvPr/>
        </p:nvSpPr>
        <p:spPr>
          <a:xfrm>
            <a:off x="221284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61488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94436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9808" y="5303520"/>
            <a:ext cx="3703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49808" y="51206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66928" y="56692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32688" y="5696712"/>
            <a:ext cx="3337560" cy="31089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5696712"/>
            <a:ext cx="20025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주점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935224" y="5696712"/>
            <a:ext cx="116814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96평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66928" y="53035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32688" y="5330952"/>
            <a:ext cx="3337560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330952"/>
            <a:ext cx="20025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창고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935224" y="5330952"/>
            <a:ext cx="116814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44평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66928" y="49377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50517" y="4965192"/>
            <a:ext cx="1501902" cy="31089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23669" y="496519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소매점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751658" y="496519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31평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66928" y="4572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850517" y="4599432"/>
            <a:ext cx="1501902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23669" y="459943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휴게음식점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51658" y="459943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28평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66928" y="42062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50517" y="4233672"/>
            <a:ext cx="1501902" cy="310896"/>
          </a:xfrm>
          <a:prstGeom prst="rect">
            <a:avLst/>
          </a:prstGeom>
          <a:solidFill>
            <a:srgbClr val="C9A9A6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23669" y="423367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부동산중개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51658" y="423367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10평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66928" y="38404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99693" y="3867912"/>
            <a:ext cx="2803550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72845" y="3867912"/>
            <a:ext cx="168213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일반음식점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881823" y="3867912"/>
            <a:ext cx="98124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81평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3F-1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850517" y="3502152"/>
            <a:ext cx="150190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923669" y="350215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751658" y="350215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41평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66928" y="31089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3F-2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850517" y="3136392"/>
            <a:ext cx="150190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23669" y="313639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의원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751658" y="313639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40평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66928" y="27432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199693" y="2770632"/>
            <a:ext cx="2803550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72845" y="2770632"/>
            <a:ext cx="168213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881823" y="2770632"/>
            <a:ext cx="98124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81평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66928" y="23774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5F-1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850517" y="2404872"/>
            <a:ext cx="150190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23669" y="240487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751658" y="240487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41평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66928" y="20116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5F-2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850517" y="2039112"/>
            <a:ext cx="150190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923669" y="203911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751658" y="203911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40평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66928" y="6080760"/>
            <a:ext cx="4069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73168" y="1645920"/>
          <a:ext cx="6858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188720"/>
                <a:gridCol w="1188720"/>
                <a:gridCol w="100584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층수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면적(평)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96.43평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337만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2027-03-31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44.1평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소매점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31.37평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2027-09-30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28.15평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부동산중개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9.68평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2025-02-28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일반음식점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80.58평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41.02평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39.55평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80.58평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5F-1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41.06평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62" name="Text 59"/>
          <p:cNvSpPr/>
          <p:nvPr/>
        </p:nvSpPr>
        <p:spPr>
          <a:xfrm>
            <a:off x="4773168" y="52578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(전체 12건 중 10건 표시)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4.0억원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(242.3억원 − 10.3억원)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242.3억원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2026-09-20T11:36:29Z</dcterms:created>
  <dcterms:modified xsi:type="dcterms:W3CDTF">2026-09-20T11:36:29Z</dcterms:modified>
</cp:coreProperties>
</file>