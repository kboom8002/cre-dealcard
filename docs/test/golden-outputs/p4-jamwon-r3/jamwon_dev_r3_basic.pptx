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07822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07822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078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51713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6268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242억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186.4평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614.9평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1.27%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186평·연면적 615평·평당 약 3,940만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1.27% 기반 안정적 임대수익 자산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2032.59㎡ (614.9평)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12대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 기준 법정 건폐율 60% 이하, 법정 용적률 200%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88036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53035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85800" y="51206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56692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" y="5696712"/>
            <a:ext cx="2194560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" y="5696712"/>
            <a:ext cx="1316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주점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85416" y="5696712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319평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2920" y="53035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" y="5330952"/>
            <a:ext cx="219456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5330952"/>
            <a:ext cx="1316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창고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185416" y="5330952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02920" y="49377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472184" y="4965192"/>
            <a:ext cx="987552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17904" y="496519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소매점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4572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472184" y="4599432"/>
            <a:ext cx="987552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459943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휴게음식점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2062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472184" y="4233672"/>
            <a:ext cx="987552" cy="31089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17904" y="423367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부동산중개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2920" y="38404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44245" y="3867912"/>
            <a:ext cx="184343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17397" y="3867912"/>
            <a:ext cx="110605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일반음식점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150303" y="3867912"/>
            <a:ext cx="6452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266평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02920" y="34747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3F-1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472184" y="350215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17904" y="350215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02920" y="3108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3F-2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472184" y="313639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17904" y="313639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의원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" y="27432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44245" y="2770632"/>
            <a:ext cx="1843430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17397" y="2770632"/>
            <a:ext cx="110605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150303" y="2770632"/>
            <a:ext cx="6452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266평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02920" y="23774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472184" y="240487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517904" y="240487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02920" y="20116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5F-2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472184" y="203911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517904" y="203911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116128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318.8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협의 중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103.7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2027-09-30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미협의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2025-02-28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만기퇴거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5" name="Text 52"/>
          <p:cNvSpPr/>
          <p:nvPr/>
        </p:nvSpPr>
        <p:spPr>
          <a:xfrm>
            <a:off x="3749040" y="5257800"/>
            <a:ext cx="68058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12건 중 10건 표시)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(242.3억원 − 10.3억원)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242.3억원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2026-09-24T11:24:21Z</dcterms:created>
  <dcterms:modified xsi:type="dcterms:W3CDTF">2026-09-24T11:24:21Z</dcterms:modified>
</cp:coreProperties>
</file>