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image" Target="../media/image-8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 투자설명서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576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22452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224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422452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2245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66344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77316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2026.09.24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신축 무결점 자산 · 11개 우량 법인 분산 만실 · 선유도역 도보 1분 3필지 통합 코너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156.9평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753.5평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B1/F10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선유도역 도보 1분 역세권 및 25m 양평로 북측 접면, 10m 동측 도로 접면 (코너) 접면, 영등포/양평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157평·연면적 753평·평당 약 3,318만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1.9%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 (3필지 통합)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518.70㎡ (156.91평)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2,490.88㎡ (753.49평) / 지상 2,068.60㎡ (625.75평)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302.92㎡ (91.63평, 건폐율 58.40%)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398.80% (준공업지역 법정 400.0% 상한 근접 최적화)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01752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 / 평지붕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2316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35661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231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9월 (신축급 특A 컨디션)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2541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 (VAT 별도)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2541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0" name="Text 37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4분 (약 295m)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주요 상업·업무 권역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코쿤빌아파트 도보 1분 (약 25m)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계명아파트 도보 1분 (약 50m)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99592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5989320" y="405079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4"/>
          <p:cNvSpPr/>
          <p:nvPr/>
        </p:nvSpPr>
        <p:spPr>
          <a:xfrm>
            <a:off x="6135624" y="408736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35624" y="428853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배후 상권 기반 안정적 임대 수요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88620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388620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549323" y="388620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989320" y="4343400"/>
            <a:ext cx="5571439" cy="123444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</p:spPr>
      </p:sp>
      <p:sp>
        <p:nvSpPr>
          <p:cNvPr id="29" name="Shape 26"/>
          <p:cNvSpPr/>
          <p:nvPr/>
        </p:nvSpPr>
        <p:spPr>
          <a:xfrm>
            <a:off x="5989320" y="4398264"/>
            <a:ext cx="36576" cy="11247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0" name="Text 27"/>
          <p:cNvSpPr/>
          <p:nvPr/>
        </p:nvSpPr>
        <p:spPr>
          <a:xfrm>
            <a:off x="6135624" y="4434840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135624" y="4636008"/>
            <a:ext cx="5315407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58.4%, 용적률 398.8%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접면으로 보행자 접근성 및 차량 진출입 동선 우수</a:t>
            </a:r>
            <a:endParaRPr lang="en-US" sz="980" dirty="0"/>
          </a:p>
        </p:txBody>
      </p:sp>
      <p:sp>
        <p:nvSpPr>
          <p:cNvPr id="32" name="Text 29"/>
          <p:cNvSpPr/>
          <p:nvPr/>
        </p:nvSpPr>
        <p:spPr>
          <a:xfrm>
            <a:off x="5989320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137160" cy="137160"/>
          </a:xfrm>
          <a:prstGeom prst="rect">
            <a:avLst/>
          </a:prstGeom>
          <a:solidFill>
            <a:srgbClr val="A6C1D9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1645920"/>
            <a:ext cx="137160" cy="137160"/>
          </a:xfrm>
          <a:prstGeom prst="rect">
            <a:avLst/>
          </a:prstGeom>
          <a:solidFill>
            <a:srgbClr val="C5B4E3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88036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5699760"/>
            <a:ext cx="2560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85800" y="5516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56997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" y="5727192"/>
            <a:ext cx="2194560" cy="28041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41832" y="5727192"/>
            <a:ext cx="131673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85416" y="5727192"/>
            <a:ext cx="76809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422평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2920" y="53644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72184" y="5391912"/>
            <a:ext cx="987552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17904" y="5391912"/>
            <a:ext cx="896112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카페(스타벅스)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50292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417320" y="5056632"/>
            <a:ext cx="10972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5056632"/>
            <a:ext cx="100584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스튜디오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46939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417320" y="4721352"/>
            <a:ext cx="10972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4721352"/>
            <a:ext cx="100584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기업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43586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417320" y="4386072"/>
            <a:ext cx="10972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63040" y="4386072"/>
            <a:ext cx="100584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에이전시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40233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417320" y="4050792"/>
            <a:ext cx="10972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63040" y="4050792"/>
            <a:ext cx="100584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법률사무소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" y="36880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417320" y="3715512"/>
            <a:ext cx="10972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63040" y="3715512"/>
            <a:ext cx="100584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회계법인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2920" y="33528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417320" y="3380232"/>
            <a:ext cx="10972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63040" y="3380232"/>
            <a:ext cx="100584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2920" y="30175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417320" y="3044952"/>
            <a:ext cx="1097280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63040" y="3044952"/>
            <a:ext cx="100584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스타트업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26822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472184" y="2709672"/>
            <a:ext cx="98755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17904" y="2709672"/>
            <a:ext cx="896112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2920" y="23469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9F-B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472184" y="2374392"/>
            <a:ext cx="98755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17904" y="2374392"/>
            <a:ext cx="896112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2920" y="20116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417320" y="2039112"/>
            <a:ext cx="10972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463040" y="2039112"/>
            <a:ext cx="100584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건축설계사무소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2920" y="6080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645920"/>
          <a:ext cx="6805879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868680"/>
                <a:gridCol w="1188720"/>
                <a:gridCol w="749808"/>
                <a:gridCol w="749808"/>
                <a:gridCol w="658368"/>
                <a:gridCol w="658368"/>
                <a:gridCol w="1161288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호실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용도/업종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전용면적(㎡)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보증금(만원)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월세(만원)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422.1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181.8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7,600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2026-11-30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209.6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5,400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2027-03-31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209.6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209.6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5,200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2026-05-31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209.6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5,500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2027-08-31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209.6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209.6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4,800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2027-06-30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209.6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2028-02-28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9F-A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105.8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분할임대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55" name="Text 52"/>
          <p:cNvSpPr/>
          <p:nvPr/>
        </p:nvSpPr>
        <p:spPr>
          <a:xfrm>
            <a:off x="3749040" y="5257800"/>
            <a:ext cx="680587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13건 중 10건 표시)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(250.0억원 − 5.4억원)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더레드빌딩 전면 외관 (B1~10F 대로변 코너)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및 보행자 접근로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주출입구 및 접근 동선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측후면 및 주차타워 진입로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전경 및 주변 가로 환경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및 기계식 주차타워 (총 23대)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2026-09-24T11:43:02Z</dcterms:created>
  <dcterms:modified xsi:type="dcterms:W3CDTF">2026-09-24T11:43:02Z</dcterms:modified>
</cp:coreProperties>
</file>