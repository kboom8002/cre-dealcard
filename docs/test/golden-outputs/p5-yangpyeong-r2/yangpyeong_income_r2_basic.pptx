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 투자설명서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2245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2245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422452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42245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66344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77316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250억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신축 무결점 자산 · 11개 우량 법인 분산 만실 · 선유도역 도보 1분 3필지 통합 코너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156.9평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753.5평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B1/F10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1.9%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선유도역 도보 1분 역세권 및 25m 양평로 북측 접면, 10m 동측 도로 접면 (코너) 접면, 영등포/양평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157평·연면적 753평·평당 약 3,318만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1.9%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 (3필지 통합)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518.70㎡ (156.91평)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2,490.88㎡ (753.49평) / 지상 2,068.60㎡ (625.75평)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302.92㎡ (91.63평, 건폐율 58.40%)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398.80% (준공업지역 법정 400.0% 상한 근접 최적화)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철근콘크리트구조 / 평지붕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9월 (신축급 특A 컨디션)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4분 (약 295m)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코쿤빌아파트 도보 1분 (약 25m)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계명아파트 도보 1분 (약 50m)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518.7㎡ (156.9평)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58.4% (법정 상한 60%)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398.8% (법정 상한 400%)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89320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49323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89320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5989320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35624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35624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58.4%, 용적률 398.8%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37160" cy="137160"/>
          </a:xfrm>
          <a:prstGeom prst="rect">
            <a:avLst/>
          </a:prstGeom>
          <a:solidFill>
            <a:srgbClr val="C5B4E3"/>
          </a:solidFill>
          <a:ln/>
        </p:spPr>
      </p:sp>
      <p:sp>
        <p:nvSpPr>
          <p:cNvPr id="11" name="Text 9"/>
          <p:cNvSpPr/>
          <p:nvPr/>
        </p:nvSpPr>
        <p:spPr>
          <a:xfrm>
            <a:off x="214884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88036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569976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85800" y="55168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56997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" y="5727192"/>
            <a:ext cx="2194560" cy="28041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41832" y="5727192"/>
            <a:ext cx="131673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85416" y="5727192"/>
            <a:ext cx="76809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422평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2920" y="53644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472184" y="5391912"/>
            <a:ext cx="987552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17904" y="5391912"/>
            <a:ext cx="896112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카페(스타벅스)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02920" y="502920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417320" y="5056632"/>
            <a:ext cx="10972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63040" y="505663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스튜디오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02920" y="469392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417320" y="4721352"/>
            <a:ext cx="10972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63040" y="472135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기업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02920" y="435864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417320" y="4386072"/>
            <a:ext cx="1097280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63040" y="438607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 에이전시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2920" y="40233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417320" y="4050792"/>
            <a:ext cx="10972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63040" y="405079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법률사무소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02920" y="36880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417320" y="3715512"/>
            <a:ext cx="10972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463040" y="371551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회계법인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2920" y="335280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417320" y="3380232"/>
            <a:ext cx="10972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463040" y="338023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교육기관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02920" y="301752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417320" y="3044952"/>
            <a:ext cx="1097280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63040" y="304495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핀테크 스타트업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02920" y="268224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9F-A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472184" y="2709672"/>
            <a:ext cx="987552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517904" y="2709672"/>
            <a:ext cx="896112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컨설팅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02920" y="23469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9F-B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472184" y="2374392"/>
            <a:ext cx="987552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517904" y="2374392"/>
            <a:ext cx="896112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02920" y="20116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417320" y="2039112"/>
            <a:ext cx="1097280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463040" y="2039112"/>
            <a:ext cx="1005840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건축설계사무소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658368"/>
                <a:gridCol w="5029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관리비(만원)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422.1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카페(스타벅스)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카페(스타벅스)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181.8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2026-11-30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 스튜디오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 스튜디오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기업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기업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에이전시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에이전시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2026-05-31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법률사무소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법률사무소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회계법인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회계법인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5,300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교육기관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교육기관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2027-06-30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핀테크 스타트업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핀테크 스타트업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2028-02-28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9F-A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분할임대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5" name="Text 52"/>
          <p:cNvSpPr/>
          <p:nvPr/>
        </p:nvSpPr>
        <p:spPr>
          <a:xfrm>
            <a:off x="3749040" y="5257800"/>
            <a:ext cx="680587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13건 중 10건 표시)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(250.0억원 − 5.4억원)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2.52%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6F1E4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8860B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2.75%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가정: 공실층을 인근 동일 용도 시세 수준으로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더레드빌딩 전면 외관 (B1~10F 대로변 코너)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및 보행자 접근로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주출입구 및 접근 동선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측후면 및 주차타워 진입로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전경 및 주변 가로 환경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및 기계식 주차타워 (총 23대)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2026-09-22T04:17:02Z</dcterms:created>
  <dcterms:modified xsi:type="dcterms:W3CDTF">2026-09-22T04:17:02Z</dcterms:modified>
</cp:coreProperties>
</file>