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9560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425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10층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864608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64608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12541" y="4864608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5367528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67528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2541" y="5367528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0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776472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9323" y="3776472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40740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446227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449884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70001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[필지 형상 확인 필요]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688336"/>
          </a:xfrm>
          <a:prstGeom prst="roundRect">
            <a:avLst>
              <a:gd name="adj" fmla="val 2041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25786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A6C1D9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C5B4E3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6148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69976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49808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56997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5727192"/>
            <a:ext cx="333756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05840" y="5727192"/>
            <a:ext cx="200253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35224" y="5727192"/>
            <a:ext cx="116814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928" y="53644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0517" y="5391912"/>
            <a:ext cx="1501902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3669" y="539191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51658" y="539191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7078" y="50566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0230" y="50566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8346" y="50566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6928" y="46939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7078" y="472135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0230" y="47213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68346" y="47213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6928" y="43586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67078" y="438607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0230" y="438607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68346" y="438607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" y="40233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7078" y="405079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0230" y="405079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68346" y="405079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6928" y="36880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67078" y="371551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0230" y="37155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68346" y="37155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" y="33528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7078" y="33802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0230" y="33802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68346" y="33802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66928" y="30175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7078" y="3044952"/>
            <a:ext cx="1668780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40230" y="30449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68346" y="30449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6928" y="26822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50517" y="270967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3669" y="270967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51658" y="270967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6928" y="23469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50517" y="237439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3669" y="237439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51658" y="237439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6928" y="20116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67078" y="203911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40230" y="20391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68346" y="20391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6928" y="60807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2026-11-30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2027-03-31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2027-06-30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2028-02-28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66" name="Text 63"/>
          <p:cNvSpPr/>
          <p:nvPr/>
        </p:nvSpPr>
        <p:spPr>
          <a:xfrm>
            <a:off x="4773168" y="52578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13건 중 10건 표시)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(250.0억원 − 5.4억원)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2026-09-20T11:57:44Z</dcterms:created>
  <dcterms:modified xsi:type="dcterms:W3CDTF">2026-09-20T11:57:44Z</dcterms:modified>
</cp:coreProperties>
</file>