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517136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517136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517136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5020056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5020056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5020056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자산\n• 권리관계 및 임대차 현황 실사 확인 필요\n• 상세 인접 인프라 및 입지 환경 분석 권장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자산\n• 임대차 계약 현황 및 운영비 실사 확인 필요\n• 매입 후 운용 계획에 따른 수익성 분석 권장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주요 상업·업무 권역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92608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989320" y="2980944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5" name="Text 12"/>
          <p:cNvSpPr/>
          <p:nvPr/>
        </p:nvSpPr>
        <p:spPr>
          <a:xfrm>
            <a:off x="6135624" y="301752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35624" y="321868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배후 상권 기반 안정적 임대 수요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0779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9077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3284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32841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32841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7490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74904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74904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2920" y="41696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416966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423160" y="41696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0" name="Text 2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2026-09-20T11:35:07Z</dcterms:created>
  <dcterms:modified xsi:type="dcterms:W3CDTF">2026-09-20T11:35:07Z</dcterms:modified>
</cp:coreProperties>
</file>