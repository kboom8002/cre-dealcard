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서대문구 대현동 56-1 투자설명서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4747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서대문구 대현동 56-1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895344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895344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37944" y="3895344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1837944" y="389534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334256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44398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300억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2026.09.22  |  담당자  |  CREDEAL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6751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300억 원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24373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0832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0832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147.1평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984541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49133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149133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1,162.4평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0292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건축규모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6751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B2/F12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424373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0832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40832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 운영 (공실 0%)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984541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49133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149133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300억 원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2920" y="371246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02920" y="4041648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" y="4151376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2648" y="4151376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43000" y="4078224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대중교통 역세권 입지, 해당 권역 업무·상업 중심지 배후 수요 확보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02920" y="472287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2648" y="483260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2648" y="483260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43000" y="4759452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147평·연면적 1162평·평당 약 2,581만 원 규모 단독 빌딩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540410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551383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551383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5440680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안정적 임대수익 기반 투자 매물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서대문구 대현동 56-1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97510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7510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23160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486.2㎡ (147.1평)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30428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30428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23160" y="230428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3842.6㎡ (1162.4평)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63347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63347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23160" y="26334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일반상업지역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96265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23160" y="29626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2016년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2918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29184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층수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423160" y="329184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B2~12F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362102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6210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23160" y="36210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18대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39502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39502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엘리베이터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423160" y="3950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2대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02920" y="4389120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4389120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12541" y="4389120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300억 원 (VAT 별도)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4892040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892040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12541" y="4892040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20,398만 원/평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9" name="Text 37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상업용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권리관계 및 임대차 계약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 인접 인프라 및 입지 환경 분석</a:t>
            </a:r>
            <a:endParaRPr lang="en-US" sz="980" dirty="0"/>
          </a:p>
        </p:txBody>
      </p:sp>
      <p:sp>
        <p:nvSpPr>
          <p:cNvPr id="41" name="Shape 39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E8F4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3" name="Text 41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임대차 계약 조건 및 운영비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매입 후 운용 계획에 따른 수익성 분석</a:t>
            </a:r>
            <a:endParaRPr lang="en-US" sz="98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서대문구 대현동 56-1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989320" y="225856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2585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549323" y="22585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989320" y="271576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7157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549323" y="27157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서대문구 대현동 주요 상업·업무 권역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989320" y="328269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E8F4F8"/>
          </a:solidFill>
          <a:ln/>
        </p:spPr>
      </p:sp>
      <p:sp>
        <p:nvSpPr>
          <p:cNvPr id="17" name="Shape 14"/>
          <p:cNvSpPr/>
          <p:nvPr/>
        </p:nvSpPr>
        <p:spPr>
          <a:xfrm>
            <a:off x="5989320" y="3337560"/>
            <a:ext cx="36576" cy="548640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18" name="Text 15"/>
          <p:cNvSpPr/>
          <p:nvPr/>
        </p:nvSpPr>
        <p:spPr>
          <a:xfrm>
            <a:off x="6135624" y="337413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135624" y="357530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서대문구 대현동 배후 상권 기반 안정적 임대 수요</a:t>
            </a:r>
            <a:endParaRPr lang="en-US" sz="980" dirty="0"/>
          </a:p>
        </p:txBody>
      </p:sp>
      <p:sp>
        <p:nvSpPr>
          <p:cNvPr id="20" name="Text 1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486.2㎡ (147.1평)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건폐율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 이하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02920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85292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용적률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423160" y="2852928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800% 이하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02920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25526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2423160" y="3255264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02920" y="36576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65760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2423160" y="365760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20,398만 원/평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26" name="Shape 24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7" name="Text 25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일반상업지역 기준 법정 건폐율 60% 이하, 법정 용적률 800% 이하 적용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특성에 부합하는 최적 토지이용 및 건축 규제 기준 충족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전면 도로 접면 조건 양호, 접근성 우수</a:t>
            </a:r>
            <a:endParaRPr lang="en-US" sz="980" dirty="0"/>
          </a:p>
        </p:txBody>
      </p:sp>
      <p:sp>
        <p:nvSpPr>
          <p:cNvPr id="29" name="Text 2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4340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206240" cy="0"/>
          </a:xfrm>
          <a:prstGeom prst="line">
            <a:avLst/>
          </a:prstGeom>
          <a:noFill/>
          <a:ln w="25400">
            <a:solidFill>
              <a:srgbClr val="B886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26119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0만원</a:t>
            </a:r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÷ (300.0억원 − 0만원)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11057839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3F6F7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457639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457639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457639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37176"/>
            <a:ext cx="10692079" cy="594360"/>
          </a:xfrm>
          <a:prstGeom prst="roundRect">
            <a:avLst>
              <a:gd name="adj" fmla="val 9231"/>
            </a:avLst>
          </a:prstGeom>
          <a:solidFill>
            <a:srgbClr val="132A3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3319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0.00%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담당자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010-0000-0000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CREDEAL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 · 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2026-09-22T04:17:52Z</dcterms:created>
  <dcterms:modified xsi:type="dcterms:W3CDTF">2026-09-22T04:17:52Z</dcterms:modified>
</cp:coreProperties>
</file>