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300억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2026.09.24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147.1평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1,162.4평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B2/F12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300억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147평·연면적 1162평·평당 약 2,581만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3842.6㎡ (1162.4평)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2016년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B2~12F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18대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서대문구 대현동 56-1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54864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서대문구 대현동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486.2㎡ (147.1평)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20,398만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일반상업지역 기준 법정 건폐율 60% 이하, 법정 용적률 800%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(300.0억원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2026-09-24T11:24:27Z</dcterms:created>
  <dcterms:modified xsi:type="dcterms:W3CDTF">2026-09-24T11:24:27Z</dcterms:modified>
</cp:coreProperties>
</file>