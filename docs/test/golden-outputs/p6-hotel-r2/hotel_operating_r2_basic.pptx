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300억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147.1평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1,162.4평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B2/F12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300억 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147평·연면적 1162평·평당 약 2,581만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3842.6㎡ (1162.4평)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B2~12F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18대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 기준 법정 건폐율 60% 이하, 법정 용적률 800%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00200"/>
            <a:ext cx="10600639" cy="1005840"/>
          </a:xfrm>
          <a:prstGeom prst="roundRect">
            <a:avLst>
              <a:gd name="adj" fmla="val 7273"/>
            </a:avLst>
          </a:prstGeom>
          <a:solidFill>
            <a:srgbClr val="132A3A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600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360359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000439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82112"/>
            <a:ext cx="10600639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000439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529584"/>
            <a:ext cx="10600639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000439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877056"/>
            <a:ext cx="10600639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순투자금 (매매가 − 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00439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4224528"/>
            <a:ext cx="10600639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2026-09-29T01:49:53Z</dcterms:created>
  <dcterms:modified xsi:type="dcterms:W3CDTF">2026-09-29T01:49:53Z</dcterms:modified>
</cp:coreProperties>
</file>