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서대문구 대현동 56-1 투자설명서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서대문구 대현동 56-1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300억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2026.10.05  |  담당자  |  CREDEAL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서대문구 대현동 일반상업지역에 위치한 2016년 준공, 지하 2층·지상 12층 규모의 임대수익형 근린생활시설입니다.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147.1평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1,162.4평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(취득비용 포함)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300억 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— 일반상업지역 대지 486.2㎡ 규모입니다.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현금흐름: 전 층 임차인 운영 기반의 안정적 월 임대수익 창출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87168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서대문구 대현동 56-1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87168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486.2㎡ (147.1평)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7168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3842.6㎡ (1162.4평)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87168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7168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2016년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87168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B2~12F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87168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18대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9502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2569464"/>
          </a:xfrm>
          <a:prstGeom prst="rect">
            <a:avLst/>
          </a:prstGeom>
          <a:solidFill>
            <a:srgbClr val="F3F1EC"/>
          </a:solidFill>
          <a:ln w="9525">
            <a:solidFill>
              <a:srgbClr val="E2DED3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309" y="1645920"/>
            <a:ext cx="2544437" cy="2569464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784287" y="4352544"/>
            <a:ext cx="3840480" cy="1042416"/>
          </a:xfrm>
          <a:prstGeom prst="roundRect">
            <a:avLst>
              <a:gd name="adj" fmla="val 4386"/>
            </a:avLst>
          </a:prstGeom>
          <a:solidFill>
            <a:srgbClr val="F6F1E4"/>
          </a:solidFill>
          <a:ln w="9525">
            <a:solidFill>
              <a:srgbClr val="D4C89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84287" y="4425696"/>
            <a:ext cx="45720" cy="8961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67167" y="44622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985455" y="4878324"/>
            <a:ext cx="54864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13471" y="4773168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486.2㎡ · 일반상업지역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985455" y="5143500"/>
            <a:ext cx="54864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13471" y="5038344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2016년 준공 · 지하 2층·지상 12층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66928" y="438912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" y="438912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476549" y="438912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300억 원 (VAT 별도)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04088" y="489204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9808" y="489204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3476549" y="489204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20,398만 원/평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" y="5184648"/>
            <a:ext cx="3200400" cy="320040"/>
          </a:xfrm>
          <a:prstGeom prst="roundRect">
            <a:avLst>
              <a:gd name="adj" fmla="val 11429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5202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자산(본건)   </a:t>
            </a:r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╌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 5분 반경 (약 400m)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15768" y="373989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13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15768" y="37398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본건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서대문구 대현동 56-1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서대문구 대현동 주요 상업·업무 권역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1" name="Text 18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서대문구 대현동 배후 상권 기반 안정적 임대 수요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486.2㎡ (147.1평)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487168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487168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487168" y="3657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20,398만 원/평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6" name="Text 24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57839" cy="4389120"/>
          </a:xfrm>
          <a:prstGeom prst="roundRect">
            <a:avLst>
              <a:gd name="adj" fmla="val 1250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00784"/>
            <a:ext cx="1435608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0784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임대차 실사 안내 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및 렌트롤 상세 실사 프로토콜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10545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세부 층별 임대차 계약 원장 및 정산 내역은 매수 의향 접수 및 비밀유지협약(NDA) 체결 후 실측 대조가 진행됩니다.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798064"/>
            <a:ext cx="105457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94436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889504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계약서 원본 전수 대조 (임대료, 관리비, 계약기간, 만기일 및 갱신 옵션)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59536" y="363474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579876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및 월임대료 입금 금융 원장 대조·검증 (체납 내역 및 부가가치세 신고서 정합성)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59536" y="432511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4270248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사항 및 렌트프리(Rent-Free), 핏아웃(Fit-out) 등 실질 유효 임대료(Net Effective Rent) 산정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59536" y="501548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960620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상가건물 임대차보호법상 계약갱신요구권 행사 가능 여부 및 명도/재계약 리스크 검토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50876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32A3A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58191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임대수익률 (Gross, 매매가−보증금 대비)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04488" y="1581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6968" y="21854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27248" y="21854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253288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32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7248" y="2532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2880360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880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27248" y="2880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300.0억원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" y="322783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227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차감 매입가 (매매가−보증금)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27248" y="3227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300.0억원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" y="357530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325880"/>
            <a:ext cx="5571439" cy="4023360"/>
          </a:xfrm>
          <a:prstGeom prst="roundRect">
            <a:avLst>
              <a:gd name="adj" fmla="val 136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54533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5453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공시지가 열람 안내 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837944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토지 가치 평가 안내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148840"/>
            <a:ext cx="5059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필지의 개별공시지가 연도별 이력 및 표준지 공시지가 대비 배율은 부동산 공시가격 알리미 및 감정평가 공적 자료를 통해 확인합니다.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2606040"/>
            <a:ext cx="50593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275234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2697480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5~10개년 개별공시지가 변동 추이 및 연평균 상승률 분석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345936" y="336042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3305556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표준지 공시지가 대비 토지 특성(도로접면, 형상, 방위) 차이 분석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345936" y="3968496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3913632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공시지가 대비 실거래가 매매 배율 및 평당 단가 프리미엄 검증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345936" y="457657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4521708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보유세(재산세·종합부동산세) 과세표준 기준액 산출 및 세무 영향 점검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66928" y="595274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운영비율 가정, 공실충당 5%, 보증금 승계 가정. 임대수익률은 운영비 차감 전, Cap Rate는 차감 후.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95445"/>
            <a:ext cx="3600602" cy="9685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95546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717" y="1234440"/>
            <a:ext cx="2268261" cy="22905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95546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405274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도로 및 접근로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24165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165" y="1483956"/>
            <a:ext cx="3600602" cy="179154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6692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267144"/>
            <a:ext cx="3600602" cy="10623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6692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7665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전용 공간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295546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19" y="3653028"/>
            <a:ext cx="2647657" cy="229057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295546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4405274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전용 공간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010-0000-0000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2026-10-05T15:10:55Z</dcterms:created>
  <dcterms:modified xsi:type="dcterms:W3CDTF">2026-10-05T15:10:55Z</dcterms:modified>
</cp:coreProperties>
</file>