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197평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(-)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-대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8" name="Text 3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2" name="Text 40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(89.0억원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2026-09-22T04:17:41Z</dcterms:created>
  <dcterms:modified xsi:type="dcterms:W3CDTF">2026-09-22T04:17:41Z</dcterms:modified>
</cp:coreProperties>
</file>