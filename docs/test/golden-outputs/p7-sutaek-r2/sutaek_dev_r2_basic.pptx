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160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16052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1605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160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6344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7316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필요]㎡ ([확인 필요]평)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[확인 필요]대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[확인 필요]대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2026-09-20T11:58:15Z</dcterms:created>
  <dcterms:modified xsi:type="dcterms:W3CDTF">2026-09-20T11:58:15Z</dcterms:modified>
</cp:coreProperties>
</file>