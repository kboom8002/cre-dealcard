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 투자설명서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21538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01952" y="421538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901952" y="42153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65429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76402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89억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2026.10.05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도시지역·상업지역에 위치한 임대수익형 근린생활시설입니다.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197평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89억 원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— 도시지역·상업지역 대지 651.2㎡ 규모입니다.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현금흐름: 전 층 임차인 운영 기반의 안정적 월 임대수익 창출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87168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87168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87168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(-)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87168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87168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87168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-대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87168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6508" b="6508"/>
          <a:stretch/>
        </p:blipFill>
        <p:spPr>
          <a:xfrm>
            <a:off x="7784287" y="1645920"/>
            <a:ext cx="3840480" cy="2505456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784287" y="4288536"/>
            <a:ext cx="3840480" cy="777240"/>
          </a:xfrm>
          <a:prstGeom prst="roundRect">
            <a:avLst>
              <a:gd name="adj" fmla="val 5882"/>
            </a:avLst>
          </a:prstGeom>
          <a:solidFill>
            <a:srgbClr val="F6F1E4"/>
          </a:solidFill>
          <a:ln w="9525">
            <a:solidFill>
              <a:srgbClr val="D4C89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84287" y="4361688"/>
            <a:ext cx="45720" cy="63093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67167" y="439826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985455" y="4814316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13471" y="4709160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 651.2㎡ · 도시지역·상업지역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66928" y="40599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" y="40599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3476549" y="40599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 (VAT 별도)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704088" y="45628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49808" y="45628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476549" y="45628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053328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613331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주요 상업·업무 권역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053328" y="328269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53328" y="333756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1" name="Text 18"/>
          <p:cNvSpPr/>
          <p:nvPr/>
        </p:nvSpPr>
        <p:spPr>
          <a:xfrm>
            <a:off x="6199632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199632" y="357530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배후 상권 기반 안정적 임대 수요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487168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5" name="Shape 23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6" name="Text 24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11057839" cy="4389120"/>
          </a:xfrm>
          <a:prstGeom prst="roundRect">
            <a:avLst>
              <a:gd name="adj" fmla="val 1250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00784"/>
            <a:ext cx="1435608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00784"/>
            <a:ext cx="1435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임대차 실사 안내 ]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22960" y="199339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및 렌트롤 상세 실사 프로토콜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30428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세부 층별 임대차 계약 원장 및 정산 내역은 매수 의향 접수 및 비밀유지협약(NDA) 체결 후 실측 대조가 진행됩니다.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22960" y="2798064"/>
            <a:ext cx="105457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94436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2" name="Text 10"/>
          <p:cNvSpPr/>
          <p:nvPr/>
        </p:nvSpPr>
        <p:spPr>
          <a:xfrm>
            <a:off x="987552" y="2889504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계약서 원본 전수 대조 (임대료, 관리비, 계약기간, 만기일 및 갱신 옵션)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59536" y="363474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987552" y="3579876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및 월임대료 입금 금융 원장 대조·검증 (체납 내역 및 부가가치세 신고서 정합성)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859536" y="4325112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987552" y="4270248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사항 및 렌트프리(Rent-Free), 핏아웃(Fit-out) 등 실질 유효 임대료(Net Effective Rent) 산정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859536" y="501548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8" name="Text 16"/>
          <p:cNvSpPr/>
          <p:nvPr/>
        </p:nvSpPr>
        <p:spPr>
          <a:xfrm>
            <a:off x="987552" y="4960620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상가건물 임대차보호법상 계약갱신요구권 행사 가능 여부 및 명도/재계약 리스크 검토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50876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132A3A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" y="158191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임대수익률 (Gross, 매매가−보증금 대비)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904488" y="158191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86968" y="218541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27248" y="218541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" y="253288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2532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27248" y="253288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" y="2880360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2880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27248" y="288036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5528" y="322783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322783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127248" y="322783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" y="357530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3328" y="1325880"/>
            <a:ext cx="5571439" cy="4023360"/>
          </a:xfrm>
          <a:prstGeom prst="roundRect">
            <a:avLst>
              <a:gd name="adj" fmla="val 136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09360" y="154533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5453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309360" y="183794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09360" y="2148840"/>
            <a:ext cx="50593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09360" y="2606040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45936" y="275234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2697480"/>
            <a:ext cx="483991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345936" y="336042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0" name="Text 28"/>
          <p:cNvSpPr/>
          <p:nvPr/>
        </p:nvSpPr>
        <p:spPr>
          <a:xfrm>
            <a:off x="6473952" y="3305556"/>
            <a:ext cx="483991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6345936" y="3968496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3913632"/>
            <a:ext cx="483991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4576572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4521708"/>
            <a:ext cx="483991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566928" y="595274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운영비율 가정, 공실충당 5%, 보증금 승계 가정. 임대수익률은 운영비 차감 전, Cap Rate는 차감 후.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265" y="1234440"/>
            <a:ext cx="1717929" cy="22905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95546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8800" y="1234440"/>
            <a:ext cx="3054096" cy="229057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95546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4405274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도로 및 접근로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024165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502" y="1234440"/>
            <a:ext cx="1717929" cy="229057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6" name="Text 11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로비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6692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150" y="3653028"/>
            <a:ext cx="2728158" cy="229057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6692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0" name="Text 14"/>
          <p:cNvSpPr/>
          <p:nvPr/>
        </p:nvSpPr>
        <p:spPr>
          <a:xfrm>
            <a:off x="67665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전용 공간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4295546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3157" y="3653028"/>
            <a:ext cx="3585381" cy="229057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295546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4" name="Text 17"/>
          <p:cNvSpPr/>
          <p:nvPr/>
        </p:nvSpPr>
        <p:spPr>
          <a:xfrm>
            <a:off x="4405274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전용 공간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8024165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4165" y="3878559"/>
            <a:ext cx="3600602" cy="1839509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8024165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8" name="Text 20"/>
          <p:cNvSpPr/>
          <p:nvPr/>
        </p:nvSpPr>
        <p:spPr>
          <a:xfrm>
            <a:off x="8133893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전용 공간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5" name="Text 43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2026-10-05T15:10:37Z</dcterms:created>
  <dcterms:modified xsi:type="dcterms:W3CDTF">2026-10-05T15:10:37Z</dcterms:modified>
</cp:coreProperties>
</file>