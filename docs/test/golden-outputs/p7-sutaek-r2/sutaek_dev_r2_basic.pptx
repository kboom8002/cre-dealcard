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 투자설명서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502920" y="327355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6576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407822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407822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407822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407822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51713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62686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89억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197평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89억 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대중교통 역세권 입지,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197평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(-)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-대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-대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89억 원 (VAT 별도)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8" name="Text 3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0" name="Shape 38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2" name="Text 40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419-19 외 2필지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989320" y="22585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2585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549323" y="22585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989320" y="271576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71576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7549323" y="271576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주요 상업·업무 권역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989320" y="328269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17" name="Shape 14"/>
          <p:cNvSpPr/>
          <p:nvPr/>
        </p:nvSpPr>
        <p:spPr>
          <a:xfrm>
            <a:off x="5989320" y="333756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18" name="Text 15"/>
          <p:cNvSpPr/>
          <p:nvPr/>
        </p:nvSpPr>
        <p:spPr>
          <a:xfrm>
            <a:off x="6135624" y="337413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135624" y="357530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경기도 구리시 수택동 배후 상권 기반 안정적 임대 수요</a:t>
            </a:r>
            <a:endParaRPr lang="en-US" sz="980" dirty="0"/>
          </a:p>
        </p:txBody>
      </p:sp>
      <p:sp>
        <p:nvSpPr>
          <p:cNvPr id="20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토지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651.2㎡ (197.0평)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60% 이하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400% 이하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2920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23160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65760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2423160" y="365760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4,518만 원/평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26" name="Shape 24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5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도시지역·상업지역 기준 법정 건폐율 60% 이하, 법정 용적률 400%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600200"/>
            <a:ext cx="10600639" cy="1005840"/>
          </a:xfrm>
          <a:prstGeom prst="roundRect">
            <a:avLst>
              <a:gd name="adj" fmla="val 7273"/>
            </a:avLst>
          </a:prstGeom>
          <a:solidFill>
            <a:srgbClr val="132A3A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360359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22960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000439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82112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00439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529584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000439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877056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000439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224528"/>
            <a:ext cx="10600639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2026-09-29T01:49:46Z</dcterms:created>
  <dcterms:modified xsi:type="dcterms:W3CDTF">2026-09-29T01:49:46Z</dcterms:modified>
</cp:coreProperties>
</file>