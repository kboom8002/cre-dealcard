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57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7822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07822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407822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4078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51713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6268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89억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2026.09.24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89억 원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197평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(-)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-대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-대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 (VAT 별도)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8" name="Text 3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2" name="Text 40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89320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49323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549323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877824"/>
          </a:xfrm>
          <a:prstGeom prst="roundRect">
            <a:avLst>
              <a:gd name="adj" fmla="val 6250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5989320" y="3337560"/>
            <a:ext cx="36576" cy="768096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35624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35624" y="3575304"/>
            <a:ext cx="53154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 기준 법정 건폐율 60% 이하, 법정 용적률 400%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(89.0억원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2026-09-24T11:46:18Z</dcterms:created>
  <dcterms:modified xsi:type="dcterms:W3CDTF">2026-09-24T11:46:18Z</dcterms:modified>
</cp:coreProperties>
</file>