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역삼 테헤란 프라임 타워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김수석  |  CREDEAL 프라임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테헤란로 초역세권 우량 임차인 만실 운영 자산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136.3평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862.2평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B2/F10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136평·연면적 862평·평당 약 1,740만 원 규모 단독 빌딩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2.77% 기반 안정적 임대수익 자산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2,850.2㎡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6549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 (VAT 별도)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6549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2" name="Text 19"/>
          <p:cNvSpPr/>
          <p:nvPr/>
        </p:nvSpPr>
        <p:spPr>
          <a:xfrm>
            <a:off x="7930591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30591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3337560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357530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 Macro Transit Engine (1600x1200 px, 266.7 DPI)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450.5㎡ (136.3평)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487168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800% 이하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487168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487168" y="3657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5"/>
          <p:cNvSpPr/>
          <p:nvPr/>
        </p:nvSpPr>
        <p:spPr>
          <a:xfrm>
            <a:off x="7930591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30591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 기준 법정 건폐율 60% 이하, 법정 용적률 800%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469392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472135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471220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35280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38023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37108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01168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03911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02996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치과의원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361688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6F1E4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3616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44368" y="4361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50876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공시지가 추이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1920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956816"/>
            <a:ext cx="2595658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29" name="Text 27"/>
          <p:cNvSpPr/>
          <p:nvPr/>
        </p:nvSpPr>
        <p:spPr>
          <a:xfrm>
            <a:off x="9426226" y="1920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35,000,000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90488" y="221284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2249424"/>
            <a:ext cx="2818143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2" name="Text 30"/>
          <p:cNvSpPr/>
          <p:nvPr/>
        </p:nvSpPr>
        <p:spPr>
          <a:xfrm>
            <a:off x="9648711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38,000,000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0488" y="25054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2542032"/>
            <a:ext cx="3114789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5" name="Text 33"/>
          <p:cNvSpPr/>
          <p:nvPr/>
        </p:nvSpPr>
        <p:spPr>
          <a:xfrm>
            <a:off x="9945357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42,000,000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27980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2834640"/>
            <a:ext cx="3337274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7842" y="27980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45,000,000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0488" y="30906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84848" y="3127248"/>
            <a:ext cx="3559759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1" name="Text 39"/>
          <p:cNvSpPr/>
          <p:nvPr/>
        </p:nvSpPr>
        <p:spPr>
          <a:xfrm>
            <a:off x="10390327" y="3090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48,000,000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90488" y="4892040"/>
            <a:ext cx="52971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국토교통부 개별공시지가 기준 (투자 판단 참고 자료)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6928" y="534924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540410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13232" y="564184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4.0%는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5650992"/>
            <a:ext cx="1105783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5650992"/>
            <a:ext cx="10838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전면 외관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김수석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010-1234-5678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프라임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2026-09-29T08:26:13Z</dcterms:created>
  <dcterms:modified xsi:type="dcterms:W3CDTF">2026-09-29T08:26:13Z</dcterms:modified>
</cp:coreProperties>
</file>