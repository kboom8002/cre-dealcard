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역삼 테헤란 프라임 타워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150억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김수석  |  CREDEAL 프라임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테헤란로 초역세권 우량 임차인 만실 운영 자산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136.3평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862.2평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B2/F10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2.77%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대중교통 역세권 입지, 해당 권역 업무·상업 중심지 배후 수요 확보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136평·연면적 862평·평당 약 1,740만 원 규모 단독 빌딩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2.77% 기반 안정적 임대수익 자산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87168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87168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2,850.2㎡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6549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150억 원 (VAT 별도)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6549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784287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21" name="Shape 18"/>
          <p:cNvSpPr/>
          <p:nvPr/>
        </p:nvSpPr>
        <p:spPr>
          <a:xfrm>
            <a:off x="7784287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2" name="Text 19"/>
          <p:cNvSpPr/>
          <p:nvPr/>
        </p:nvSpPr>
        <p:spPr>
          <a:xfrm>
            <a:off x="7930591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930591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역삼동 736-1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53328" y="328269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E8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6053328" y="3337560"/>
            <a:ext cx="36576" cy="548640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199632" y="357530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0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450.5㎡ (136.3평)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11,007만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일반상업지역 기준 법정 건폐율 60% 이하, 법정 용적률 800%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469392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472135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471220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35280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38023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337108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올리브영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475488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2039112"/>
            <a:ext cx="2468880" cy="1286256"/>
          </a:xfrm>
          <a:prstGeom prst="rect">
            <a:avLst/>
          </a:prstGeom>
          <a:solidFill>
            <a:srgbClr val="E2E8F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029968"/>
            <a:ext cx="2395728" cy="1304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치과의원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59618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50208" y="1645920"/>
          <a:ext cx="7674559" cy="914400"/>
        </p:xfrm>
        <a:graphic>
          <a:graphicData uri="http://schemas.openxmlformats.org/drawingml/2006/table">
            <a:tbl>
              <a:tblPr/>
              <a:tblGrid>
                <a:gridCol w="438912"/>
                <a:gridCol w="960120"/>
                <a:gridCol w="804672"/>
                <a:gridCol w="713232"/>
                <a:gridCol w="713232"/>
                <a:gridCol w="713232"/>
                <a:gridCol w="713232"/>
                <a:gridCol w="713232"/>
                <a:gridCol w="713232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층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임대면적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전용면적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관리비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월합계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만기일</a:t>
                      </a:r>
                      <a:endParaRPr lang="en-US" sz="900" dirty="0"/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스타벅스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올리브영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치과의원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 호실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65,000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3,550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5120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600200"/>
            <a:ext cx="4663440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7168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86968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27248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" y="318211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27248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15.0억원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" y="352958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27248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" y="3877056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27248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" y="422452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361688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6F1E4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36168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44368" y="436168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4.21%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53328" y="1371600"/>
            <a:ext cx="5571439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508760"/>
            <a:ext cx="52056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공시지가 추이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92024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84848" y="1956816"/>
            <a:ext cx="2595658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29" name="Text 27"/>
          <p:cNvSpPr/>
          <p:nvPr/>
        </p:nvSpPr>
        <p:spPr>
          <a:xfrm>
            <a:off x="9426226" y="192024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35,000,000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90488" y="2212848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2249424"/>
            <a:ext cx="2818143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2" name="Text 30"/>
          <p:cNvSpPr/>
          <p:nvPr/>
        </p:nvSpPr>
        <p:spPr>
          <a:xfrm>
            <a:off x="9648711" y="22128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38,000,000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90488" y="2505456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784848" y="2542032"/>
            <a:ext cx="3114789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5" name="Text 33"/>
          <p:cNvSpPr/>
          <p:nvPr/>
        </p:nvSpPr>
        <p:spPr>
          <a:xfrm>
            <a:off x="9945357" y="250545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42,000,000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90488" y="2798064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84848" y="2834640"/>
            <a:ext cx="3337274" cy="219456"/>
          </a:xfrm>
          <a:prstGeom prst="rect">
            <a:avLst/>
          </a:prstGeom>
          <a:solidFill>
            <a:srgbClr val="5B6B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167842" y="27980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45,000,000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0488" y="3090672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84848" y="3127248"/>
            <a:ext cx="3559759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1" name="Text 39"/>
          <p:cNvSpPr/>
          <p:nvPr/>
        </p:nvSpPr>
        <p:spPr>
          <a:xfrm>
            <a:off x="10390327" y="3090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48,000,000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90488" y="4892040"/>
            <a:ext cx="529711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국토교통부 개별공시지가 기준 (투자 판단 참고 자료)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66928" y="5349240"/>
            <a:ext cx="11057839" cy="438912"/>
          </a:xfrm>
          <a:prstGeom prst="roundRect">
            <a:avLst>
              <a:gd name="adj" fmla="val 12500"/>
            </a:avLst>
          </a:prstGeom>
          <a:solidFill>
            <a:srgbClr val="E8F4F8"/>
          </a:solidFill>
          <a:ln/>
        </p:spPr>
      </p:sp>
      <p:sp>
        <p:nvSpPr>
          <p:cNvPr id="44" name="Shape 42"/>
          <p:cNvSpPr/>
          <p:nvPr/>
        </p:nvSpPr>
        <p:spPr>
          <a:xfrm>
            <a:off x="566928" y="5404104"/>
            <a:ext cx="36576" cy="329184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" y="5440680"/>
            <a:ext cx="108018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판단 참고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3232" y="5641848"/>
            <a:ext cx="108018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 4.0%는 시장 평균 하회 — 토지가치 상승 또는 리모델링 후 임대료 증대 가능성 검토 필요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5650992"/>
            <a:ext cx="1105783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76656" y="5650992"/>
            <a:ext cx="10838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전면 외관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김수석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010-1234-5678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프라임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프라임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2026-09-29T08:26:15Z</dcterms:created>
  <dcterms:modified xsi:type="dcterms:W3CDTF">2026-09-29T08:26:15Z</dcterms:modified>
</cp:coreProperties>
</file>