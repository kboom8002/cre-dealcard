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19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72135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471220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023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108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치과의원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56816"/>
            <a:ext cx="2595658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9426226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249424"/>
            <a:ext cx="2818143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2" name="Text 30"/>
          <p:cNvSpPr/>
          <p:nvPr/>
        </p:nvSpPr>
        <p:spPr>
          <a:xfrm>
            <a:off x="9648711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542032"/>
            <a:ext cx="3114789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357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3337274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7842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1105783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10838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전면 외관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2026-09-29T08:26:10Z</dcterms:created>
  <dcterms:modified xsi:type="dcterms:W3CDTF">2026-09-29T08:26:10Z</dcterms:modified>
</cp:coreProperties>
</file>