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 테헤란 프라임 타워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김수석  |  CREDEAL 프라임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테헤란로 초역세권 우량 임차인 만실 운영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862.2평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136평·연면적 862평·평당 약 1,740만 원 규모 단독 빌딩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2.77% 기반 안정적 임대수익 자산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2,850.2㎡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6549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 (VAT 별도)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549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19"/>
          <p:cNvSpPr/>
          <p:nvPr/>
        </p:nvSpPr>
        <p:spPr>
          <a:xfrm>
            <a:off x="7930591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30591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Macro Transit Engine (1600x1200 px, 266.7 DPI)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450.5㎡ (136.3평)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613331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53328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053328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99632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99632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47548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039112"/>
            <a:ext cx="2468880" cy="39684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029968"/>
            <a:ext cx="2395728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 (9075평)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36168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56816"/>
            <a:ext cx="2595658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29" name="Text 27"/>
          <p:cNvSpPr/>
          <p:nvPr/>
        </p:nvSpPr>
        <p:spPr>
          <a:xfrm>
            <a:off x="9426226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90488" y="22128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2249424"/>
            <a:ext cx="2818143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2" name="Text 30"/>
          <p:cNvSpPr/>
          <p:nvPr/>
        </p:nvSpPr>
        <p:spPr>
          <a:xfrm>
            <a:off x="9648711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5054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542032"/>
            <a:ext cx="3114789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5" name="Text 33"/>
          <p:cNvSpPr/>
          <p:nvPr/>
        </p:nvSpPr>
        <p:spPr>
          <a:xfrm>
            <a:off x="9945357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2798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834640"/>
            <a:ext cx="3337274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7842" y="2798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30906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84848" y="3127248"/>
            <a:ext cx="3559759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1" name="Text 39"/>
          <p:cNvSpPr/>
          <p:nvPr/>
        </p:nvSpPr>
        <p:spPr>
          <a:xfrm>
            <a:off x="10390327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48,000,000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4.0%는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5650992"/>
            <a:ext cx="1105783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5650992"/>
            <a:ext cx="10838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전면 외관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김수석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010-1234-5678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프라임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2026-09-29T08:26:18Z</dcterms:created>
  <dcterms:modified xsi:type="dcterms:W3CDTF">2026-09-29T08:26:18Z</dcterms:modified>
</cp:coreProperties>
</file>