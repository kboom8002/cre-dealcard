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역삼 테헤란 프라임 타워 투자설명서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1538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215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421538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65429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6402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 |  김수석  |  CREDEAL 프라임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테헤란로 초역세권 우량 임차인 만실 운영 자산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136.3평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862.2평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B2/F10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0773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7233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048549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136평·연면적 862평·평당 약 1,740만 원 규모 단독 빌딩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2.77% 기반 안정적 임대수익 자산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2,850.2㎡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6549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 (VAT 별도)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088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6549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1" name="Text 19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상업용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권리관계 및 임대차 계약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인접 인프라 및 입지 환경 분석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8F4F8"/>
          </a:solidFill>
          <a:ln/>
        </p:spPr>
      </p:sp>
      <p:sp>
        <p:nvSpPr>
          <p:cNvPr id="24" name="Shape 22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5" name="Text 23"/>
          <p:cNvSpPr/>
          <p:nvPr/>
        </p:nvSpPr>
        <p:spPr>
          <a:xfrm>
            <a:off x="7930591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30591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조건 및 운영비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후 운용 계획에 따른 수익성 분석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53328" y="22585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585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13331" y="22585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3328" y="27157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157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13331" y="27157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3337560"/>
            <a:ext cx="36576" cy="548640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337413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99632" y="357530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450.5㎡ (136.3평)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87168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이하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487168" y="28529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800% 이하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487168" y="32552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487168" y="36576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5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 기준 법정 건폐율 60% 이하, 법정 용적률 800%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475488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039112"/>
            <a:ext cx="2468880" cy="39684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029968"/>
            <a:ext cx="2395728" cy="398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 (9075평)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5961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960120"/>
                <a:gridCol w="804672"/>
                <a:gridCol w="713232"/>
                <a:gridCol w="713232"/>
                <a:gridCol w="713232"/>
                <a:gridCol w="713232"/>
                <a:gridCol w="713232"/>
                <a:gridCol w="713232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00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7168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318211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352958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27248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877056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724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" y="422452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4361688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6F1E4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3616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44368" y="43616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53328" y="1371600"/>
            <a:ext cx="5571439" cy="3840480"/>
          </a:xfrm>
          <a:prstGeom prst="roundRect">
            <a:avLst>
              <a:gd name="adj" fmla="val 1429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591056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F6F1E4"/>
          </a:solidFill>
          <a:ln w="6350">
            <a:solidFill>
              <a:srgbClr val="8B650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591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공시지가 열람 안내 ]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1883664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및 토지 가치 평가 안내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194560"/>
            <a:ext cx="5059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필지의 개별공시지가 연도별 이력 및 표준지 공시지가 대비 배율은 부동산 공시가격 알리미 및 감정평가 공적 자료를 통해 확인합니다.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2633472"/>
            <a:ext cx="5059375" cy="0"/>
          </a:xfrm>
          <a:prstGeom prst="line">
            <a:avLst/>
          </a:prstGeom>
          <a:noFill/>
          <a:ln w="5080">
            <a:solidFill>
              <a:srgbClr val="CBD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2779776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2724912"/>
            <a:ext cx="48399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5~10개년 개별공시지가 변동 추이 및 연평균 상승률 분석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345936" y="3346704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4" name="Text 32"/>
          <p:cNvSpPr/>
          <p:nvPr/>
        </p:nvSpPr>
        <p:spPr>
          <a:xfrm>
            <a:off x="6473952" y="3291840"/>
            <a:ext cx="48399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표준지 공시지가 대비 토지 특성(도로접면, 형상, 방위) 차이 분석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345936" y="3913632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3858768"/>
            <a:ext cx="48399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공시지가 대비 실거래가 매매 배율 및 평당 단가 프리미엄 검증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6345936" y="4480560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4425696"/>
            <a:ext cx="48399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보유세(재산세·종합부동산세) 과세표준 기준액 산출 및 세무 영향 점검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566928" y="534924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E8F4F8"/>
          </a:solidFill>
          <a:ln/>
        </p:spPr>
      </p:sp>
      <p:sp>
        <p:nvSpPr>
          <p:cNvPr id="40" name="Shape 38"/>
          <p:cNvSpPr/>
          <p:nvPr/>
        </p:nvSpPr>
        <p:spPr>
          <a:xfrm>
            <a:off x="566928" y="5404104"/>
            <a:ext cx="36576" cy="32918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544068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13232" y="564184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4.0%는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1057839" cy="4572000"/>
          </a:xfrm>
          <a:prstGeom prst="roundRect">
            <a:avLst>
              <a:gd name="adj" fmla="val 1200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91056"/>
            <a:ext cx="1316736" cy="219456"/>
          </a:xfrm>
          <a:prstGeom prst="roundRect">
            <a:avLst>
              <a:gd name="adj" fmla="val 50000"/>
            </a:avLst>
          </a:prstGeom>
          <a:solidFill>
            <a:srgbClr val="E8F4F8"/>
          </a:solidFill>
          <a:ln w="6350">
            <a:solidFill>
              <a:srgbClr val="2E6E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910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 실사 예정 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88366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 현황 및 물리적 실사 점검 안내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자산의 내·외관 상태 및 주요 설비 사양은 매수 실사 절차 진행 시 현장 방문 조사를 통해 상세 확인 및 촬영이 진행됩니다.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2706624"/>
            <a:ext cx="10545775" cy="0"/>
          </a:xfrm>
          <a:prstGeom prst="line">
            <a:avLst/>
          </a:prstGeom>
          <a:noFill/>
          <a:ln w="508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285292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79806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외관 파사드 마감재 보존 상태 및 균열·누수 흔적 정밀 점검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59536" y="358444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52958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승강기, 기계식 주차설비, 수배전반 등 핵심 설비 내구연한 및 정기검사 이력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59536" y="431596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426110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옥상 방수 상태, 지하층 결로/누수 여부 및 공용부(계단실·화장실) 관리 컨디션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59536" y="504748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99262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주차대수 확보 여부, 주차장 진입로 회전반경 및 층고 실측 검증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김수석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010-1234-5678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프라임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2026-09-29T08:26:20Z</dcterms:created>
  <dcterms:modified xsi:type="dcterms:W3CDTF">2026-09-29T08:26:20Z</dcterms:modified>
</cp:coreProperties>
</file>