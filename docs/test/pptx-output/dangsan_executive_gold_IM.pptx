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5" name="Shape 2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B8862D">
              <a:alpha val="8000"/>
            </a:srgbClr>
          </a:solidFill>
          <a:ln w="19050">
            <a:solidFill>
              <a:srgbClr val="B886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당산역 역세권 근생빌딩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298094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4747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47472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47472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C2541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34747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114800"/>
            <a:ext cx="11057839" cy="1225296"/>
          </a:xfrm>
          <a:prstGeom prst="roundRect">
            <a:avLst>
              <a:gd name="adj" fmla="val 2985"/>
            </a:avLst>
          </a:prstGeom>
          <a:solidFill>
            <a:srgbClr val="8B6914"/>
          </a:solidFill>
          <a:ln w="12700">
            <a:solidFill>
              <a:srgbClr val="B886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159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7665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 |  CREDEAL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Gallery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건물 주요 전경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33008" y="1307592"/>
            <a:ext cx="996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항공/드론뷰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 · 용적률 여유 178%p · 임대료 현실화 시 47% 증가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57.5억 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NOI)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435.9평 (1,441.15㎡) — 렌트롤 행별 합산 기준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5EDDC"/>
          </a:solidFill>
          <a:ln w="635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5층, 자주식 주차 8대, 승강기 1대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 및 교통 접근성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역세권 · 아파트 밀집 배후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아파트 단지 밀집 → 근린상업 수요 안정적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국회대로·올림픽대로 접근 용이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 개선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제도개선(2024.10) — 용도지역 변경 추진 중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물건 개요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 근린생활시설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435.9평 (1,441.15㎡) — 렌트롤 행별 합산 기준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5층, 자주식 주차 8대, 승강기 1대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51.9% / 221.8%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(법정 상한 400%, 여유 178.2%p)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형태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115억 원 (토지 평당가 7,500만원)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 형태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구분등기 · 소유자 2인(형제)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2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33" name="Shape 30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4" name="Text 31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행별 합산(1,441.15㎡)과 표기 계(1,141.15㎡) 간 300㎡ 불일치. 건축물대장 미첨부로 미확정.</a:t>
            </a:r>
            <a:endParaRPr lang="en-US" sz="930" dirty="0"/>
          </a:p>
        </p:txBody>
      </p:sp>
      <p:sp>
        <p:nvSpPr>
          <p:cNvPr id="36" name="Shape 3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임대차 현황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005258"/>
                <a:gridCol w="1675430"/>
                <a:gridCol w="1675430"/>
                <a:gridCol w="1675430"/>
                <a:gridCol w="1675430"/>
                <a:gridCol w="1675430"/>
                <a:gridCol w="167543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면적(㎡)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B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317.22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고은약국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78.39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1F+2F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357.69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1.4억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883만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통합계약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헬쓰장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252.09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2026-04-17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국제와인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169.06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260만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2025-04-30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(자가)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83.03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로뎀나무내과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183.67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165만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112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2026-08-31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1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248656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[주의] 최초계약일 미기재 → 갱신요구권 잔여 연수 확인 필요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Profit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수익성 분석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Cap Rate 2.03% → 임대료 현실화 시 2.99% (총임대료 기준)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88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2.03%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후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현실화 기준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 헬쓰장 평당 62.4천원을 기준…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816만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환산보증금 초과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10.23억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692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6187288" y="4626864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28" name="Shape 26"/>
          <p:cNvSpPr/>
          <p:nvPr/>
        </p:nvSpPr>
        <p:spPr>
          <a:xfrm>
            <a:off x="6187288" y="4681728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6370168" y="4736592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70168" y="4956048"/>
            <a:ext cx="51082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현실화 계획은 가정입니다 (가정 0.30)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리스크 점검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사항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적격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미확정: 행별 합산 vs 표기 계 300㎡ 차이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구분등기 소유자 2인: 매각 시 2인 전원 동의 필요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최초계약일 미기재: 갱신요구권 잔여 확인 불가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만료: 4F 계약 2025-04-30 이미 만료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대출·근저당: 원본에 정보 없음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14706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종합 가치 제안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여유 178%p + 임대료 현실화 47% 업사이드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552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2·9호선 도보 5분, 아파트 밀집 배후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5868" y="148132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5868" y="148132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4468" y="166420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16" name="Text 14"/>
          <p:cNvSpPr/>
          <p:nvPr/>
        </p:nvSpPr>
        <p:spPr>
          <a:xfrm>
            <a:off x="6484468" y="166420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7388" y="164592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용적률 여유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84468" y="201168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221.8% vs 400% → 178.2%p 개발 여력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3298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9844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임대료 현실화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시세 대비 저평가 → 47.3% 인상 여력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55868" y="3332988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4F6F9"/>
          </a:solidFill>
          <a:ln w="10160">
            <a:solidFill>
              <a:srgbClr val="D1D8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5868" y="3332988"/>
            <a:ext cx="54864" cy="1623060"/>
          </a:xfrm>
          <a:prstGeom prst="rect">
            <a:avLst/>
          </a:prstGeom>
          <a:solidFill>
            <a:srgbClr val="B88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6484468" y="3515868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D4A853"/>
          </a:solidFill>
          <a:ln/>
        </p:spPr>
      </p:sp>
      <p:sp>
        <p:nvSpPr>
          <p:cNvPr id="28" name="Text 26"/>
          <p:cNvSpPr/>
          <p:nvPr/>
        </p:nvSpPr>
        <p:spPr>
          <a:xfrm>
            <a:off x="6484468" y="3515868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9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87388" y="3497580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인근 시세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4468" y="3863340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21F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89~162백만 대비 본건 75백만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5EDDC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69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Process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향후 진행 일정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취득 및 연면적 확정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22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36422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2인 매각 동의 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8728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의향서 접수 및 실사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D1D8E6"/>
          </a:solidFill>
          <a:ln w="6350">
            <a:solidFill>
              <a:srgbClr val="5B6B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34627" y="1572768"/>
            <a:ext cx="2490140" cy="3200400"/>
          </a:xfrm>
          <a:prstGeom prst="roundRect">
            <a:avLst>
              <a:gd name="adj" fmla="val 3672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54083" y="1792224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6" name="Text 24"/>
          <p:cNvSpPr/>
          <p:nvPr/>
        </p:nvSpPr>
        <p:spPr>
          <a:xfrm>
            <a:off x="9354083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B88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B88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2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C2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2D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21F45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B88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886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2026-08-26T06:02:41Z</dcterms:created>
  <dcterms:modified xsi:type="dcterms:W3CDTF">2026-08-26T06:02:41Z</dcterms:modified>
</cp:coreProperties>
</file>