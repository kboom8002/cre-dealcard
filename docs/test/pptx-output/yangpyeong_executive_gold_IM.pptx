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B8862D">
              <a:alpha val="8000"/>
            </a:srgbClr>
          </a:solidFill>
          <a:ln w="19050">
            <a:solidFill>
              <a:srgbClr val="B88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 (신축오피스)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 (신축오피스)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44368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8B6914"/>
          </a:solidFill>
          <a:ln w="12700">
            <a:solidFill>
              <a:srgbClr val="B88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766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Gallery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건물 주요 전경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항공/드론뷰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자산 · 11개 법인 분산 만실 · 지하 리스업 시 2.71%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NOI)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 및 교통 접근성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역세권 및 대로변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수요 지속 유입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물건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(준공업지역 법정 상한 400% 근접)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7" name="Shape 24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임대차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 월 임대료 총액: 5,017만 원 (관리비 648만 별도)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127.7평만 리스업 대기)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임차인 구성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디자인스튜디오, IT, 회계법인, 무역상사, 이커머스, 컨설팅 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상임법 분석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수익성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Cap Rate 2.41% + 지하 공실 리스업 시 2.71%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Cap Rate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1층(127.7평) 리스업 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638만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Cap 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리스크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물리적 안전성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398.8%: 법정 상한 400%에 근접, 증축 여력 제한적 → 운영 집중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컨디션: 2018년 준공, 주요 설비 양호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등기: 단일 소유자, 권리제한사항 확인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 가치 제안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자산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신축, 추가 캡엑스 불필요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분산 임차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테넌트로 리스크 분산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리스업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임대화 시 2.71% 달성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EDDC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향후 진행 일정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2661" y="1572768"/>
            <a:ext cx="344210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인수인계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21F4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2026-08-26T06:02:40Z</dcterms:created>
  <dcterms:modified xsi:type="dcterms:W3CDTF">2026-08-26T06:02:40Z</dcterms:modified>
</cp:coreProperties>
</file>