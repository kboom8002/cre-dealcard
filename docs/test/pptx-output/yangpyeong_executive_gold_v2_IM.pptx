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B8862D">
              <a:alpha val="8000"/>
            </a:srgbClr>
          </a:solidFill>
          <a:ln w="19050">
            <a:solidFill>
              <a:srgbClr val="B88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선유도역 초역세권 신축 오피스빌딩(더레드빌딩)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8B6914"/>
          </a:solidFill>
          <a:ln w="12700">
            <a:solidFill>
              <a:srgbClr val="B88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766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Gallery 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건물 주요 전경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Gallery II · Facilities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주차·설비·부대시설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옥상/테라스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 자산 · IT·회계 등 11개 법인 분산 만실 · 지하 리스업 시 2.71%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125억 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역레버리지 구간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2.41% &lt; 금리 4.5%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전체 753.49평 (2,490.88㎡) / 지상 625.75평 (2,068.60㎡)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(철근콘크리트, 승강기 1대, 옥외1+기계식22대 주차)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 및 교통 접근성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역세권 및 대로변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4번 출구 도보 1분(80m) 대로변 직결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초인접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 노선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양평역 정류장 도보 3분 — 6개 노선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수요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 벤처밸리 및 여의도 금융업 배후 수요 지속 유입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환경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선유도공원(600m), 한강 조망 확보, 양평로 대로변 가시성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물건 개요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753.49평 (2,490.88㎡) / 지상 625.75평 (2,068.60㎡)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(철근콘크리트, 승강기 1대, 옥외1+기계식22대 주차)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398.8% (준공업지역 법정 상한 400% 근접)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250억 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 구조 / 평지붕(콘크리트)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51.6%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33" name="Shape 30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제원 및 용도 현황은 첨부 건축물대장을 기준으로 합니다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임대차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184768"/>
                <a:gridCol w="1974614"/>
                <a:gridCol w="1974614"/>
                <a:gridCol w="1974614"/>
                <a:gridCol w="1974614"/>
                <a:gridCol w="197461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면적(평)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월세(만)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127.7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디자인스튜디오A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32.5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IT법인B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55.2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회계법인C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62.8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무역상사D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58.3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이커머스E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61.4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컨설팅F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IT법인G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370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디자인스튜디오H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42.3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무역상사I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마케팅J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10F(일부)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컨설팅K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22.6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Profit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수익성 분석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연 순수익률(Cap Rate) 2.41% + 지하 공실 리스업 시 2.71%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순수익률(Cap Rate)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1층(127.7평) 리스업 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638만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 연 순수익률(Cap Rate)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산출 기준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NOI(순영업소득) ÷ 매매가격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기준: 순영업소득(NOI) / 매각 희망가 250억 원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18728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6187288" y="4681728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7016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016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순영업소득(NOI) / 매각 희망가 250억 원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리스크 점검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및 물리적 안전성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398.8%: 법정 상한 400%에 근접, 증축 여력 제한적 → 운영 집중 전략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컨디션: 2018년 준공(만 8년차), 주요 설비 양호, 향후 5년간 대규모 수선 불필요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등기: 단일 소유자, 권리제한사항 확인 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안전: 철근콘크리트 구조, 내진설계 적용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주차: 옥외 1대 + 기계식 22대 = 총 23대 (연면적 대비 적정)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종합 가치 제안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리스크 없는 완성형 자산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도보 1분 대로변 — 대중교통 접근성 최상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신축, 추가 자본적 지출(CAPEX) 불필요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분산 임차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테넌트로 리스크 분산 — 단일 임차인 의존도 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EDDC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1분 초역세권 2018년 신축 오피스빌딩. 11개 법인 분산 만실 운영 중이며, 지하 1층 리스업을 통한 안정적 수익률 개선 여지가 있는 완성형 수익자산입니다.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향후 진행 일정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임대차 실사 (2주)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협상 및 주요 조건 합의 (1주)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보증금 정산 (1주)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4627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6" name="Text 24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관리 인수인계 (2주)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21F45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2026-08-27T04:00:42Z</dcterms:created>
  <dcterms:modified xsi:type="dcterms:W3CDTF">2026-08-27T04:00:42Z</dcterms:modified>
</cp:coreProperties>
</file>