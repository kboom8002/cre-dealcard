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IT·회계 등 11개 법인 분산 만실 · 지하 리스업 시 2.71%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교통 접근성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 월 임대료 총액: 5,017만 원 (관리비 648만 별도)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127.7평만 리스업 대기)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IT, 회계법인, 무역상사, 이커머스, 컨설팅 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상임법 분석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2.41% + 지하 공실 리스업 시 2.71%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Cap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1층(127.7평) 리스업 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638만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 Cap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준공, 주요 설비 양호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등기: 단일 소유자, 권리제한사항 확인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자산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캡엑스 불필요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분산 임차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임대화 시 2.71% 달성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2026-08-26T05:55:00Z</dcterms:created>
  <dcterms:modified xsi:type="dcterms:W3CDTF">2026-08-26T05:55:00Z</dcterms:modified>
</cp:coreProperties>
</file>