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IM-36300A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🏢 이 건물, 어떤 자산인가?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임대 현황과 공실, 실제로 어떤가?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숨은 리스크는 없는가?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기준 및 면책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2026-08-12T23:11:16Z</dcterms:created>
  <dcterms:modified xsi:type="dcterms:W3CDTF">2026-08-12T23:11:16Z</dcterms:modified>
</cp:coreProperties>
</file>