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097280"/>
            <a:ext cx="9445752" cy="4663440"/>
          </a:xfrm>
          <a:prstGeom prst="roundRect">
            <a:avLst>
              <a:gd name="adj" fmla="val 2353"/>
            </a:avLst>
          </a:prstGeom>
          <a:solidFill>
            <a:srgbClr val="334155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097280"/>
            <a:ext cx="9445752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92024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920240" y="1828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94실 운영 · 이대역 3분 · 신촌권 호텔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IM-2C865F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투자 지표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7160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9961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68249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표기 기준 및 면책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334155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IM-2C865F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2026-08-12T23:11:18Z</dcterms:created>
  <dcterms:modified xsi:type="dcterms:W3CDTF">2026-08-12T23:11:18Z</dcterms:modified>
</cp:coreProperties>
</file>