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097280"/>
            <a:ext cx="9445752" cy="4663440"/>
          </a:xfrm>
          <a:prstGeom prst="roundRect">
            <a:avLst>
              <a:gd name="adj" fmla="val 2353"/>
            </a:avLst>
          </a:prstGeom>
          <a:solidFill>
            <a:srgbClr val="334155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097280"/>
            <a:ext cx="9445752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92024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입지 상가빌딩 매각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IM-FE5CBA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핵심요약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 핵심 권역 소재 상가빌딩 물건입니다.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📍 이 입지, 투자할 만한 곳인가?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🏗️ 신축/개발 사업수지와 수익성은?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평당 공사비 산정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토지비 + 공사비 + 금융/기타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15% ~ 25% 수준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숨은 리스크는 없는가?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8FAFC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표기 기준 및 면책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334155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IM-FE5CBA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2026-08-12T23:11:15Z</dcterms:created>
  <dcterms:modified xsi:type="dcterms:W3CDTF">2026-08-12T23:11:15Z</dcterms:modified>
</cp:coreProperties>
</file>