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IM-EE31C9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🏗️ 신축/개발 사업수지와 수익성은?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2026-08-12T23:11:17Z</dcterms:created>
  <dcterms:modified xsi:type="dcterms:W3CDTF">2026-08-12T23:11:17Z</dcterms:modified>
</cp:coreProperties>
</file>