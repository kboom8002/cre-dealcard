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45752" cy="4663440"/>
          </a:xfrm>
          <a:prstGeom prst="roundRect">
            <a:avLst>
              <a:gd name="adj" fmla="val 2353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097280"/>
            <a:ext cx="94457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입지 상가주택 매각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IM-F2A70B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핵심요약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자산은 상가주택으로, 상업시설과 주거 기능을 결합한 복합 수익형 부동산입니다. 상가 임대수익과 주거 임대수요를 함께 확보할 수 있는 구조로, 단일 용도 자산 대비 임차수요 분산 및 안정적인 현금흐름 관리에 유리합니다.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이 입지, 투자할 만한 곳인가?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자산은 상가주택으로서 상업 기능과 주거 기능을 함께 수용할 수 있어, 생활밀착…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향후에는 주변 권역의 유동인구·배후주거·생활 인프라를 기반으로 1층 상가의 집객력…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🏢 이 건물, 어떤 자산인가?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임대 현황과 공실, 실제로 어떤가?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임대안정성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임대차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💰 수익률이 진짜로 나오는 딜인가?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---:---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총임대수입 (GRI)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임대료 × 12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공실손실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GRI × 공실률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순영업소득 (NOI)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GRI − 공실손실 − 운영비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Gross Yield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총임대수입 ÷ 매입가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48879" y="68031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 Rate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48879" y="698601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NOI ÷ 매입가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7948879" y="7351776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784287" y="791870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48879" y="804672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WACC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948879" y="822960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타인자본·자기자본 비용의 가중평균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7948879" y="859536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7784287" y="916228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48879" y="929030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개별공시지가 추이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48879" y="947318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연도별 공시지가 증감률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7948879" y="983894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7784287" y="1040587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48879" y="10533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인플레이션 방어력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948879" y="1071676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임대료 상승률 및 공시지가 상승률 비교</a:t>
            </a:r>
            <a:endParaRPr lang="en-US" sz="2500" dirty="0"/>
          </a:p>
        </p:txBody>
      </p:sp>
      <p:sp>
        <p:nvSpPr>
          <p:cNvPr id="41" name="Text 39"/>
          <p:cNvSpPr/>
          <p:nvPr/>
        </p:nvSpPr>
        <p:spPr>
          <a:xfrm>
            <a:off x="7948879" y="1108252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자본구조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자본구조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WACC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타인자본·자기자본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가중평균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불가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차입금리,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필요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왜 지금 이 건물을 사야 하는가?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건물을 사야 하는 이유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상가 전문 임대 운영사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⭐⭐⭐⭐⭐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자산가 임대수익 목적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⭐⭐⭐⭐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프랜차이즈 본사 직매장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⭐⭐⭐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 구조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 구조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값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WACC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타인자본·자기자본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가중평균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불가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차입금리,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필요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세금 추정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숨은 리스크는 없는가?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검토 후 다음 단계는?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표기 기준 및 면책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IM-F2A70B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2026-08-12T23:11:25Z</dcterms:created>
  <dcterms:modified xsi:type="dcterms:W3CDTF">2026-08-12T23:11:25Z</dcterms:modified>
</cp:coreProperties>
</file>