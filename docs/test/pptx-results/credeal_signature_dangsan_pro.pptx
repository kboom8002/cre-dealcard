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근생빌딩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1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핵심 권역 소재 근생빌딩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2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이 건물, 어떤 자산인가?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5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임대 현황과 공실, 실제로 어떤가?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6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Stability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임대안정성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7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 수익률이 진짜로 나오는 딜인가?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---:---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순영업소득(NOI)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유효총수입(EGI) − 운영비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Gross Yield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총임대수입 ÷ 매입가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NOI ÷ 매입가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WACC(자본비용)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차입·자기자본 비용의 가중평균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48879" y="68031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개별공시지가 상승률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48879" y="698601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(당기 공시지가 ÷ 전기 공시지가) − 1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7948879" y="7351776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8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Capital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자본구조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자본구조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WACC(자본비용)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차입·자기자본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가중평균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LTV,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금리,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대출조건,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자기자본수익률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9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Comps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왜 지금 이 건물을 사야 하는가?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건물을 사야 하는 이유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 전문 임대 운영사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⭐⭐⭐⭐⭐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자산가 임대수익 목적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프랜차이즈 본사 직매장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10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Loan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 구조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 구조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WACC(자본비용)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차입·자기자본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가중평균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LTV,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금리,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대출조건,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자기자본수익률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11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Tax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세금 추정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검토 후 다음 단계는?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13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IM-36300A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IM-36300A  ·  14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2026-08-12T23:11:21Z</dcterms:created>
  <dcterms:modified xsi:type="dcterms:W3CDTF">2026-08-12T23:11:21Z</dcterms:modified>
</cp:coreProperties>
</file>