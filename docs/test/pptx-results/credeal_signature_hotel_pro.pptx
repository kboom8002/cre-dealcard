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7" name="Shape 5"/>
          <p:cNvSpPr/>
          <p:nvPr/>
        </p:nvSpPr>
        <p:spPr>
          <a:xfrm rot="120000">
            <a:off x="8412480" y="548640"/>
            <a:ext cx="3291840" cy="5760720"/>
          </a:xfrm>
          <a:prstGeom prst="rect">
            <a:avLst/>
          </a:prstGeom>
          <a:solidFill>
            <a:srgbClr val="0F172A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94실 운영 · 이대역 3분 · 신촌권 호텔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IM-2C865F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IM-2C865F  ·  1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투자 지표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7160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9961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168249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IM-2C865F  ·  2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Closing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A3D900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F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IM-2C865F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IM-2C865F  ·  3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2026-08-12T23:11:25Z</dcterms:created>
  <dcterms:modified xsi:type="dcterms:W3CDTF">2026-08-12T23:11:25Z</dcterms:modified>
</cp:coreProperties>
</file>