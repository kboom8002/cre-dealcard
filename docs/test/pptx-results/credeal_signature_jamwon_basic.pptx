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🔍 건축물대장 조회 미완료 —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IM-FE5CBA  ·  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Land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토지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Feasibility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🏗️ 신축/개발 사업수지와 수익성은?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700784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----------------------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72968" y="170078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평당 공사비 산정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토지비 + 공사비 + 금융/기타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15% ~ 25% 수준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7" name="Shape 25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IM-FE5CBA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2026-08-12T23:11:13Z</dcterms:created>
  <dcterms:modified xsi:type="dcterms:W3CDTF">2026-08-12T23:11:13Z</dcterms:modified>
</cp:coreProperties>
</file>