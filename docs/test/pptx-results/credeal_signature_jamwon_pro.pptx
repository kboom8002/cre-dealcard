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3" name="Text 2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건물,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· 내용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784287" y="29626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3017520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3291840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5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Land Detail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📐 개발 부지로서 대지 조건은 어떠한가?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명도 상태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[임차인 업종 정보로 대체됨] 현황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잠재력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시 연면적 증대 가능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6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Scale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신축규모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미정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건폐율/용적률 상한 적용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명도 상태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[임차인 업종 정보로 대체됨] 현황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착공 전 명도 협의 필요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잠재력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시 연면적 증대 가능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상업/업무 시설 기획 가능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7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Eviction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명도계획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 및 신축 개발 여력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72968" y="204825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3957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957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명도 상태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72968" y="239572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[임차인 업종 정보로 대체됨] 현황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7432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4320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잠재력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72968" y="274320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시 연면적 증대 가능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0" name="Shape 18"/>
          <p:cNvSpPr/>
          <p:nvPr/>
        </p:nvSpPr>
        <p:spPr>
          <a:xfrm>
            <a:off x="7784287" y="1755648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67167" y="2029968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건축물대장 및 토지이용계획확인서 기준 | 신축 설계 검토 필요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8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Cost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투입비용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10512"/>
          <a:ext cx="6675120" cy="91440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토지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희망가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비중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평당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신축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연면적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토지비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공사비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금융/기타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투자금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이익률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~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25%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시장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상황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810512"/>
            <a:ext cx="4123944" cy="1737360"/>
          </a:xfrm>
          <a:prstGeom prst="roundRect">
            <a:avLst>
              <a:gd name="adj" fmla="val 3158"/>
            </a:avLst>
          </a:prstGeom>
          <a:solidFill>
            <a:srgbClr val="FEF3C7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0" y="1865376"/>
            <a:ext cx="36576" cy="16276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6"/>
          <p:cNvSpPr/>
          <p:nvPr/>
        </p:nvSpPr>
        <p:spPr>
          <a:xfrm>
            <a:off x="7680960" y="19202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0" y="2139696"/>
            <a:ext cx="3794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11" name="Text 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9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Stacking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스태킹계획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10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Feasibility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🏗️ 신축/개발 사업수지와 수익성은?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11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검토 후 다음 단계는?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CF0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 rot="-1800000">
            <a:off x="1371600" y="2286000"/>
            <a:ext cx="914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636">
                    <a:alpha val="1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0000 · 2026-08-12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13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2026-08-12T23:11:21Z</dcterms:created>
  <dcterms:modified xsi:type="dcterms:W3CDTF">2026-08-12T23:11:21Z</dcterms:modified>
</cp:coreProperties>
</file>