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나대지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기존 건물의 물리적 제약이나 임차 운영 구조에 얽매이지 않는 나대지로, 투자자의 개발 콘셉트와 사업 타이밍에 맞춰 가치를 새롭게 설계할 수 있는 토지형 자산입니다. 🏗 철거·명도·노후 시설 개선 부담을 전제로 하지 않는 출발점이라는 점은 개발기간, 초기 투자비 및 실행 리스크를 정교하게 통제할 수 있는 핵심 잠재력입니다.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3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Feasibility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🏗️ 신축/개발 사업수지와 수익성은?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5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6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2026-08-12T23:11:15Z</dcterms:created>
  <dcterms:modified xsi:type="dcterms:W3CDTF">2026-08-12T23:11:15Z</dcterms:modified>
</cp:coreProperties>
</file>