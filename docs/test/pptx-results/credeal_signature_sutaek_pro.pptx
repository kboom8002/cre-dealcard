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대지,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5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Land Detail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 개발 부지로서 대지 조건은 어떠한가?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6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Scale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신축규모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Eviction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명도계획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8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투입비용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금융/기타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9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Stacking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스태킹계획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11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13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2026-08-12T23:11:22Z</dcterms:created>
  <dcterms:modified xsi:type="dcterms:W3CDTF">2026-08-12T23:11:22Z</dcterms:modified>
</cp:coreProperties>
</file>