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입지 사무용빌딩 매각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자산은 사무용빌딩으로, 임차 수요의 핵심인 업무공간을 기반으로 안정적인 월 임대수익과 장기 현금흐름을 설계할 수 있는 실물자산입니다. 사무용 자산은 업종·[임차인 업종 정보로 대체됨] 구성이 가능한 만큼, 향후 임대차 구조와 공실 관리 전략을 정교화할 경우 수익의 안정성과 임대수익 극대화를 동시에 추구할 수 있는 기반을 갖추고 있습니다.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96596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93976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76856"/>
            <a:ext cx="1072865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📍 이 입지, 투자할 만한 곳인가?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권역 권역 우수 입지, 안정적 임대 수요 유지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3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🏢 이 빌딩, 어떤 자산인가?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 개요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2011680"/>
            <a:ext cx="6858000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8" name="Shape 6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121408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업데이트 예정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340864"/>
            <a:ext cx="65288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 건물 정보는 건축물대장 조회 완료 후 자동으로 업데이트됩니다.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C8FF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📊 임대 현황과 공실, 실제로 어떤가?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201168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206654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12140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 현황 데이터 준비 중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40864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임대차 현황 데이터는 상세 입력 완료 후 자동으로 업데이트됩니다.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22128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78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**임대차 상세 현황 자료가 아직 확보되지 않았습니다.**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6692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54203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980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🔒 임대차 상세 현황 자료가 아직 확보되지 않았습니다.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187288" y="2487168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7288" y="2542032"/>
            <a:ext cx="36576" cy="98755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6370168" y="259689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70168" y="2816352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[인명 비공개]게 문의하시면 임대 현황 자료를 제공해 드립니다.</a:t>
            </a:r>
            <a:endParaRPr lang="en-US" sz="930" dirty="0"/>
          </a:p>
        </p:txBody>
      </p:sp>
      <p:sp>
        <p:nvSpPr>
          <p:cNvPr id="19" name="Text 1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5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⚠️ 숨은 리스크는 없는가?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572768"/>
            <a:ext cx="3503066" cy="36576"/>
          </a:xfrm>
          <a:prstGeom prst="rect">
            <a:avLst/>
          </a:prstGeom>
          <a:solidFill>
            <a:srgbClr val="C8FF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31520"/>
          </a:xfrm>
          <a:prstGeom prst="rect">
            <a:avLst/>
          </a:prstGeom>
          <a:solidFill>
            <a:srgbClr val="C8FF00"/>
          </a:solidFill>
          <a:ln/>
        </p:spPr>
      </p:sp>
      <p:sp>
        <p:nvSpPr>
          <p:cNvPr id="3" name="Text 1"/>
          <p:cNvSpPr/>
          <p:nvPr/>
        </p:nvSpPr>
        <p:spPr>
          <a:xfrm>
            <a:off x="768096" y="384048"/>
            <a:ext cx="1085667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C8F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68096" y="585216"/>
            <a:ext cx="1085667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057839" cy="0"/>
          </a:xfrm>
          <a:prstGeom prst="line">
            <a:avLst/>
          </a:prstGeom>
          <a:noFill/>
          <a:ln w="19050">
            <a:solidFill>
              <a:srgbClr val="C8F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A3D900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F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IM-0C054D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크리딜  ·  IM-0C054D  ·  6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C8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2026-08-12T23:11:16Z</dcterms:created>
  <dcterms:modified xsi:type="dcterms:W3CDTF">2026-08-12T23:11:16Z</dcterms:modified>
</cp:coreProperties>
</file>