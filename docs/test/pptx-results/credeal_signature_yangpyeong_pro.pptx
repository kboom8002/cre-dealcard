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빌딩,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임대안정성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7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수익률이 진짜로 나오는 딜인가?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총임대수입 (GRI)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임대료 × 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 − 공실손실 − 운영비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총임대수입 ÷ 매입가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WACC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차입·자기자본 비용의 가중평균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추이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연도별 공시지가 비교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48879" y="85953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784287" y="916228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8879" y="92903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인플레이션 방어력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48879" y="94731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임대료 상승률·지가 상승률 대비 물가상승률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948879" y="98389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8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Capital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LTV·금리·자기자본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9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왜 지금 이 빌딩을 사야 하는가?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타당성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10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Loan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LTV·금리·자기자본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11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Tax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 추정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검토 후 다음 단계는?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14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2026-08-12T23:11:24Z</dcterms:created>
  <dcterms:modified xsi:type="dcterms:W3CDTF">2026-08-12T23:11:24Z</dcterms:modified>
</cp:coreProperties>
</file>