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건물,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5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IM-F2A70B  ·  6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2026-08-12T23:11:19Z</dcterms:created>
  <dcterms:modified xsi:type="dcterms:W3CDTF">2026-08-12T23:11:19Z</dcterms:modified>
</cp:coreProperties>
</file>