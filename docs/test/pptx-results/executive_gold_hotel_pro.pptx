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510"/>
          </a:solidFill>
          <a:ln/>
        </p:spPr>
      </p:sp>
      <p:sp>
        <p:nvSpPr>
          <p:cNvPr id="3" name="Shape 1"/>
          <p:cNvSpPr/>
          <p:nvPr/>
        </p:nvSpPr>
        <p:spPr>
          <a:xfrm>
            <a:off x="1828800" y="1097280"/>
            <a:ext cx="8534095" cy="4663440"/>
          </a:xfrm>
          <a:prstGeom prst="rect">
            <a:avLst/>
          </a:prstGeom>
          <a:solidFill>
            <a:srgbClr val="2A2118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6" name="Shape 4"/>
          <p:cNvSpPr/>
          <p:nvPr/>
        </p:nvSpPr>
        <p:spPr>
          <a:xfrm>
            <a:off x="566928" y="1645920"/>
            <a:ext cx="11057839" cy="3108960"/>
          </a:xfrm>
          <a:prstGeom prst="rect">
            <a:avLst/>
          </a:prstGeom>
          <a:solidFill>
            <a:srgbClr val="D4A853">
              <a:alpha val="8000"/>
            </a:srgbClr>
          </a:solidFill>
          <a:ln w="19050">
            <a:solidFill>
              <a:srgbClr val="D4A85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365760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</a:t>
            </a:r>
            <a:pPr algn="ctr" indent="0" marL="0">
              <a:buNone/>
            </a:pPr>
            <a:r>
              <a:rPr lang="en-US" sz="1800" b="1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66928" y="192024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50" kern="0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 MEMORANDUM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66928" y="2194560"/>
            <a:ext cx="1105783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94실 운영 · 이대역 3분 · 신촌권 호텔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IM-2C865F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A2636">
                    <a:alpha val="15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CREDEAL · 0000 · 2026-08-12</a:t>
            </a:r>
            <a:endParaRPr lang="en-US" sz="3600" dirty="0"/>
          </a:p>
        </p:txBody>
      </p:sp>
      <p:sp>
        <p:nvSpPr>
          <p:cNvPr id="12" name="Shape 10"/>
          <p:cNvSpPr/>
          <p:nvPr/>
        </p:nvSpPr>
        <p:spPr>
          <a:xfrm>
            <a:off x="566928" y="6345936"/>
            <a:ext cx="11057839" cy="0"/>
          </a:xfrm>
          <a:prstGeom prst="line">
            <a:avLst/>
          </a:prstGeom>
          <a:noFill/>
          <a:ln w="3810">
            <a:solidFill>
              <a:srgbClr val="D4A85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" y="6400800"/>
            <a:ext cx="552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IM-2C865F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11076127" y="640080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47472"/>
            <a:ext cx="11057839" cy="0"/>
          </a:xfrm>
          <a:prstGeom prst="line">
            <a:avLst/>
          </a:prstGeom>
          <a:noFill/>
          <a:ln w="6350">
            <a:solidFill>
              <a:srgbClr val="D4A85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38912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·  Summary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1105783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1128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핵심 투자 지표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884280" y="1097280"/>
            <a:ext cx="4423136" cy="0"/>
          </a:xfrm>
          <a:prstGeom prst="line">
            <a:avLst/>
          </a:prstGeom>
          <a:noFill/>
          <a:ln w="12700">
            <a:solidFill>
              <a:srgbClr val="D4A85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371600"/>
            <a:ext cx="11057839" cy="1280160"/>
          </a:xfrm>
          <a:prstGeom prst="roundRect">
            <a:avLst>
              <a:gd name="adj" fmla="val 4286"/>
            </a:avLst>
          </a:prstGeom>
          <a:solidFill>
            <a:srgbClr val="F4F6F9"/>
          </a:solidFill>
          <a:ln w="6350">
            <a:solidFill>
              <a:srgbClr val="D1D8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499616"/>
            <a:ext cx="107286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등급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731520" y="1682496"/>
            <a:ext cx="1072865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1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ECF0">
                    <a:alpha val="15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CREDEAL · 0000 · 2026-08-12</a:t>
            </a:r>
            <a:endParaRPr lang="en-US" sz="3600" dirty="0"/>
          </a:p>
        </p:txBody>
      </p:sp>
      <p:sp>
        <p:nvSpPr>
          <p:cNvPr id="10" name="Shape 8"/>
          <p:cNvSpPr/>
          <p:nvPr/>
        </p:nvSpPr>
        <p:spPr>
          <a:xfrm>
            <a:off x="566928" y="6345936"/>
            <a:ext cx="11057839" cy="0"/>
          </a:xfrm>
          <a:prstGeom prst="line">
            <a:avLst/>
          </a:prstGeom>
          <a:noFill/>
          <a:ln w="3810">
            <a:solidFill>
              <a:srgbClr val="D4A85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6400800"/>
            <a:ext cx="552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IM-2C865F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11076127" y="640080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47472"/>
            <a:ext cx="11057839" cy="0"/>
          </a:xfrm>
          <a:prstGeom prst="line">
            <a:avLst/>
          </a:prstGeom>
          <a:noFill/>
          <a:ln w="6350">
            <a:solidFill>
              <a:srgbClr val="D4A85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38912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·  Closing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1105783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표기 기준 및 면책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884280" y="1097280"/>
            <a:ext cx="4423136" cy="0"/>
          </a:xfrm>
          <a:prstGeom prst="line">
            <a:avLst/>
          </a:prstGeom>
          <a:noFill/>
          <a:ln w="12700">
            <a:solidFill>
              <a:srgbClr val="D4A85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517904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출처 표기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1847088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1C2541"/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1847088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 공부확인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139696" y="1828800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F6F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등기부·대장 등 공적 장부 직접 확인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504688" y="1847088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1.00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66928" y="2505456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1C2541"/>
          </a:solidFill>
          <a:ln/>
        </p:spPr>
      </p:sp>
      <p:sp>
        <p:nvSpPr>
          <p:cNvPr id="12" name="Text 10"/>
          <p:cNvSpPr/>
          <p:nvPr/>
        </p:nvSpPr>
        <p:spPr>
          <a:xfrm>
            <a:off x="566928" y="2505456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★ 전문가검증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139696" y="2487168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F6F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세무사·감정평가사 등 전문가 확인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504688" y="2505456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0.95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66928" y="3163824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1C2541"/>
          </a:solidFill>
          <a:ln/>
        </p:spPr>
      </p:sp>
      <p:sp>
        <p:nvSpPr>
          <p:cNvPr id="16" name="Text 14"/>
          <p:cNvSpPr/>
          <p:nvPr/>
        </p:nvSpPr>
        <p:spPr>
          <a:xfrm>
            <a:off x="566928" y="3163824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▲ 매도인고지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139696" y="3145536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F6F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매도인이 구두 또는 서면으로 고지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504688" y="3163824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0.65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66928" y="3822192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1C2541"/>
          </a:solidFill>
          <a:ln/>
        </p:spPr>
      </p:sp>
      <p:sp>
        <p:nvSpPr>
          <p:cNvPr id="20" name="Text 18"/>
          <p:cNvSpPr/>
          <p:nvPr/>
        </p:nvSpPr>
        <p:spPr>
          <a:xfrm>
            <a:off x="566928" y="3822192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● 중개인입력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139696" y="3803904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F6F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중개인 현장 조사 및 경험 기반 입력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504688" y="3822192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0.60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66928" y="4480560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1C2541"/>
          </a:solidFill>
          <a:ln/>
        </p:spPr>
      </p:sp>
      <p:sp>
        <p:nvSpPr>
          <p:cNvPr id="24" name="Text 22"/>
          <p:cNvSpPr/>
          <p:nvPr/>
        </p:nvSpPr>
        <p:spPr>
          <a:xfrm>
            <a:off x="566928" y="448056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◇ AI추정·가정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2139696" y="4462272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F6F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시나리오 분석 및 AI 모델 추정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504688" y="448056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0.30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492240" y="1517904"/>
            <a:ext cx="5129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면책 조항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492240" y="1847088"/>
            <a:ext cx="5129784" cy="2615184"/>
          </a:xfrm>
          <a:prstGeom prst="roundRect">
            <a:avLst>
              <a:gd name="adj" fmla="val 1399"/>
            </a:avLst>
          </a:prstGeom>
          <a:solidFill>
            <a:srgbClr val="121F45"/>
          </a:solidFill>
          <a:ln/>
        </p:spPr>
      </p:sp>
      <p:sp>
        <p:nvSpPr>
          <p:cNvPr id="29" name="Text 27"/>
          <p:cNvSpPr/>
          <p:nvPr/>
        </p:nvSpPr>
        <p:spPr>
          <a:xfrm>
            <a:off x="6711696" y="2011680"/>
            <a:ext cx="469087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90A0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 자료는 투자 권유가 아니며, 기재된 정보의 정확성을 보증하지 않습니다.</a:t>
            </a:r>
            <a:endParaRPr lang="en-US" sz="930" dirty="0"/>
          </a:p>
        </p:txBody>
      </p:sp>
      <p:sp>
        <p:nvSpPr>
          <p:cNvPr id="30" name="Shape 28"/>
          <p:cNvSpPr/>
          <p:nvPr/>
        </p:nvSpPr>
        <p:spPr>
          <a:xfrm>
            <a:off x="566928" y="5230368"/>
            <a:ext cx="11057839" cy="640080"/>
          </a:xfrm>
          <a:prstGeom prst="rect">
            <a:avLst/>
          </a:prstGeom>
          <a:solidFill>
            <a:srgbClr val="AA843D"/>
          </a:solidFill>
          <a:ln/>
        </p:spPr>
      </p:sp>
      <p:sp>
        <p:nvSpPr>
          <p:cNvPr id="31" name="Text 29"/>
          <p:cNvSpPr/>
          <p:nvPr/>
        </p:nvSpPr>
        <p:spPr>
          <a:xfrm>
            <a:off x="786384" y="5321808"/>
            <a:ext cx="1061892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1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IM-2C865F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A2636">
                    <a:alpha val="15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CREDEAL · 0000 · 2026-08-12</a:t>
            </a:r>
            <a:endParaRPr lang="en-US" sz="3600" dirty="0"/>
          </a:p>
        </p:txBody>
      </p:sp>
      <p:sp>
        <p:nvSpPr>
          <p:cNvPr id="33" name="Shape 31"/>
          <p:cNvSpPr/>
          <p:nvPr/>
        </p:nvSpPr>
        <p:spPr>
          <a:xfrm>
            <a:off x="566928" y="6345936"/>
            <a:ext cx="11057839" cy="0"/>
          </a:xfrm>
          <a:prstGeom prst="line">
            <a:avLst/>
          </a:prstGeom>
          <a:noFill/>
          <a:ln w="3810">
            <a:solidFill>
              <a:srgbClr val="D4A85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66928" y="6400800"/>
            <a:ext cx="552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IM-2C865F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11076127" y="640080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2026-08-12T23:11:47Z</dcterms:created>
  <dcterms:modified xsi:type="dcterms:W3CDTF">2026-08-12T23:11:47Z</dcterms:modified>
</cp:coreProperties>
</file>