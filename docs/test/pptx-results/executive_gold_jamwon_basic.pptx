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1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097280"/>
            <a:ext cx="8534095" cy="466344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D4A853">
              <a:alpha val="8000"/>
            </a:srgbClr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📍 이 입지, 투자할 만한 곳인가?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Land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토지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Feasibility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🏗️ 신축/개발 사업수지와 수익성은?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⚠️ 숨은 리스크는 없는가?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Disclaimer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21F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A843D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1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2026-08-12T23:11:37Z</dcterms:created>
  <dcterms:modified xsi:type="dcterms:W3CDTF">2026-08-12T23:11:37Z</dcterms:modified>
</cp:coreProperties>
</file>