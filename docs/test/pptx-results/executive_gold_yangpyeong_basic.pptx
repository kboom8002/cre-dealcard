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510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1097280"/>
            <a:ext cx="8534095" cy="466344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45920"/>
            <a:ext cx="11057839" cy="3108960"/>
          </a:xfrm>
          <a:prstGeom prst="rect">
            <a:avLst/>
          </a:prstGeom>
          <a:solidFill>
            <a:srgbClr val="D4A853">
              <a:alpha val="8000"/>
            </a:srgbClr>
          </a:solidFill>
          <a:ln w="19050">
            <a:solidFill>
              <a:srgbClr val="D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65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algn="ctr" indent="0" marL="0">
              <a:buNone/>
            </a:pPr>
            <a:r>
              <a:rPr lang="en-US" sz="1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5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1945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 입지 사무용빌딩 매각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핵심요약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자산은 사무용빌딩으로, 임차 수요의 핵심인 업무공간을 기반으로 안정적인 월 임대수익과 장기 현금흐름을 설계할 수 있는 실물자산입니다. 사무용 자산은 업종·[임차인 업종 정보로 대체됨] 구성이 가능한 만큼, 향후 임대차 구조와 공실 관리 전략을 정교화할 경우 수익의 안정성과 임대수익 극대화를 동시에 추구할 수 있는 기반을 갖추고 있습니다.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D4A85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Location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📍 이 입지, 투자할 만한 곳인가?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Building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🏢 이 빌딩, 어떤 자산인가?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Rent Roll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📊 임대 현황과 공실, 실제로 어떤가?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22128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0A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6692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542032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2542032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Risk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⚠️ 숨은 리스크는 없는가?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Disclaimer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표기 기준 및 면책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21F45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0A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A843D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1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2026-08-12T23:11:40Z</dcterms:created>
  <dcterms:modified xsi:type="dcterms:W3CDTF">2026-08-12T23:11:40Z</dcterms:modified>
</cp:coreProperties>
</file>