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51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097280"/>
            <a:ext cx="8534095" cy="466344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D4A853">
              <a:alpha val="8000"/>
            </a:srgbClr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입지 사무용빌딩 매각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사무용빌딩으로, 임차 수요의 핵심인 업무공간을 기반으로 안정적인 월 임대수익과 장기 현금흐름을 설계할 수 있는 실물자산입니다. 사무용 자산은 업종·[임차인 업종 정보로 대체됨] 구성이 가능한 만큼, 향후 임대차 구조와 공실 관리 전략을 정교화할 경우 수익의 안정성과 임대수익 극대화를 동시에 추구할 수 있는 기반을 갖추고 있습니다.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📍 이 입지, 투자할 만한 곳인가?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Land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토지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🏢 이 빌딩, 어떤 자산인가?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Rent Roll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📊 임대 현황과 공실, 실제로 어떤가?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0A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Stability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임대안정성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Profit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💰 수익률이 진짜로 나오는 딜인가?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---:---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총임대수입 (GRI)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임대료 × 12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순영업소득 (NOI)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GRI − 공실손실 − 운영비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Gross Yield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총임대수입 ÷ 매입가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 ÷ 매입가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48879" y="68031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WACC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48879" y="69860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차입·자기자본 비용의 가중평균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7948879" y="735177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784287" y="791870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48879" y="804672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개별공시지가 추이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48879" y="822960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연도별 공시지가 비교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7948879" y="859536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7784287" y="916228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48879" y="929030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인플레이션 방어력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48879" y="947318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임대료 상승률·지가 상승률 대비 물가상승률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7948879" y="983894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9" name="Shape 37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Capital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자본구조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자본구조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WACC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가중평균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LTV·금리·자기자본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Comps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🎯 왜 지금 이 빌딩을 사야 하는가?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타당성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Loan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대출 구조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 구조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WACC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가중평균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LTV·금리·자기자본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Tax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세금 추정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⚠️ 숨은 리스크는 없는가?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📋 검토 후 다음 단계는?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·  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21F4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0A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A843D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1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Shape 3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2026-08-12T23:11:46Z</dcterms:created>
  <dcterms:modified xsi:type="dcterms:W3CDTF">2026-08-12T23:11:46Z</dcterms:modified>
</cp:coreProperties>
</file>