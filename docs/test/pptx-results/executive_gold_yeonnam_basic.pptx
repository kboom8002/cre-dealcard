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510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1097280"/>
            <a:ext cx="8534095" cy="466344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645920"/>
            <a:ext cx="11057839" cy="3108960"/>
          </a:xfrm>
          <a:prstGeom prst="rect">
            <a:avLst/>
          </a:prstGeom>
          <a:solidFill>
            <a:srgbClr val="D4A853">
              <a:alpha val="8000"/>
            </a:srgbClr>
          </a:solidFill>
          <a:ln w="19050">
            <a:solidFill>
              <a:srgbClr val="D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657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algn="ctr" indent="0" marL="0">
              <a:buNone/>
            </a:pPr>
            <a:r>
              <a:rPr lang="en-US" sz="1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19202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5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1945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 입지 상가주택 매각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핵심요약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자산은 상가주택으로, 상업시설과 주거 기능을 결합한 복합 수익형 부동산입니다. 상가 임대수익과 주거 임대수요를 함께 확보할 수 있는 구조로, 단일 용도 자산 대비 임차수요 분산 및 안정적인 현금흐름 관리에 유리합니다.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D4A85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Location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📍 이 입지, 투자할 만한 곳인가?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자산은 상가주택으로서 상업 기능과 주거 기능을 함께 수용할 수 있어, 생활밀착…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향후에는 주변 권역의 유동인구·배후주거·생활 인프라를 기반으로 1층 상가의 집객력…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Building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🏢 이 건물, 어떤 자산인가?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Rent Roll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📊 임대 현황과 공실, 실제로 어떤가?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Risk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⚠️ 숨은 리스크는 없는가?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2857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Disclaimer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표기 기준 및 면책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21F45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0A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A843D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1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2026-08-12T23:11:42Z</dcterms:created>
  <dcterms:modified xsi:type="dcterms:W3CDTF">2026-08-12T23:11:42Z</dcterms:modified>
</cp:coreProperties>
</file>