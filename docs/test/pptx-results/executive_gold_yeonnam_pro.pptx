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임대안정성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💰 수익률이 진짜로 나오는 딜인가?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공실손실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× 공실률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타인자본·자기자본 비용의 가중평균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공시지가 증감률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784287" y="1040587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8879" y="10533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48879" y="10716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상승률 및 공시지가 상승률 비교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7948879" y="1108252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Capital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자본구조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Comps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🎯 왜 지금 이 건물을 사야 하는가?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Loan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대출 구조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Tax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세금 추정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📋 검토 후 다음 단계는?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2026-08-12T23:11:14Z</dcterms:created>
  <dcterms:modified xsi:type="dcterms:W3CDTF">2026-08-12T23:11:14Z</dcterms:modified>
</cp:coreProperties>
</file>