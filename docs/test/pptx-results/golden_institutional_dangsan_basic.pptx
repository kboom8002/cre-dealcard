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근생빌딩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핵심 권역 소재 근생빌딩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이 건물,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임대 현황과 공실, 실제로 어떤가?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2026-08-12T23:11:27Z</dcterms:created>
  <dcterms:modified xsi:type="dcterms:W3CDTF">2026-08-12T23:11:27Z</dcterms:modified>
</cp:coreProperties>
</file>