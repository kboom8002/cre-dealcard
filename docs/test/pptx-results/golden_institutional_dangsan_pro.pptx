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수익률이 진짜로 나오는 딜인가?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순영업소득(NOI)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유효총수입(EGI) − 운영비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총임대수입 ÷ 매입가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WACC(자본비용)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상승률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(당기 공시지가 ÷ 전기 공시지가) − 1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WACC(자본비용)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자기자본수익률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왜 지금 이 건물을 사야 하는가?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809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WACC(자본비용)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자기자본수익률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추정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IM-36300A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2026-08-12T23:11:33Z</dcterms:created>
  <dcterms:modified xsi:type="dcterms:W3CDTF">2026-08-12T23:11:33Z</dcterms:modified>
</cp:coreProperties>
</file>