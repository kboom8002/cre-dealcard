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94실 운영 · 이대역 3분 · 신촌권 호텔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IM-2C865F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 |   IM-2C865F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2026-08-12T23:11:30Z</dcterms:created>
  <dcterms:modified xsi:type="dcterms:W3CDTF">2026-08-12T23:11:30Z</dcterms:modified>
</cp:coreProperties>
</file>