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Detail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부지로서 대지 조건은 어떠한가?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상태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[임차인 업종 정보로 대체됨] 현황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잠재력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시 연면적 증대 가능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신축규모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미정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건폐율/용적률 상한 적용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상태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[임차인 업종 정보로 대체됨] 현황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착공 전 명도 협의 필요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잠재력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시 연면적 증대 가능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상업/업무 시설 기획 가능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명도계획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상태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[임차인 업종 정보로 대체됨] 현황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잠재력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시 연면적 증대 가능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투입비용</a:t>
            </a:r>
            <a:endParaRPr lang="en-US" sz="2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희망가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사업비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비중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공사비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연면적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사업비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토지비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금융/기타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투자금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이익률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연동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810512"/>
            <a:ext cx="4123944" cy="1737360"/>
          </a:xfrm>
          <a:prstGeom prst="roundRect">
            <a:avLst>
              <a:gd name="adj" fmla="val 3158"/>
            </a:avLst>
          </a:prstGeom>
          <a:solidFill>
            <a:srgbClr val="FEEBC8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0" y="1865376"/>
            <a:ext cx="36576" cy="162763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19202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0" y="2139696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스태킹계획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신축/개발 사업수지와 수익성은?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상가빌딩은 건축물대장·토지이용계획확인서·등기부등본 등 기초 공적장부가 미제공된 상태이므로, 용도지역·지구, 건축물 용도 적합성, 건축법 위반 사항물 표기, 주차장 적법성, 건폐율·용적률 잔여분 및 근저당·가압류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 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후 다음 단계는?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5346040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상가빌딩의 투자 판단은 공개 자료가 아닌 임대차·권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49071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상가빌딩의 투자 판단은 공개 자료가 아닌 임대차·권리·시설 현황을 단계적으로 검증하는 과정에서 완성됩니다. 먼저 NDA 체결 후 임대차계약서, 보증금·차임 수령내역, 관리비 및 운영비 자료, 등기·건축물대장 등 핵심 자료를 확인하고, 이어 현장 실사를 통해 실제 유효면적, 접근·가시성, 주차 및 설비 상태, 공실·재임대 가능성을 점검하시기 바랍니다.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0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572768"/>
            <a:ext cx="5346040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8184" y="1792224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981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8184" y="2304288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조건과 가격 범위에 대한 내부 검토가 완료되면 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8184" y="2761488"/>
            <a:ext cx="49071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조건과 가격 범위에 대한 내부 검토가 완료되면 LOI(투자의향서) 제출로 우선 협상 기반을 확보하고, 이후 법률·세무·기술 DD를 통해 인허가·건축법 위반 사항물 여부, 기존 임대차계약 포괄 승계 조건, 수선·CAPEX 부담 및 개발·리포지셔닝 제약을 최종 확인하는 것이 권고됩니다. 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68096" y="548640"/>
            <a:ext cx="108566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2026-08-13T01:35:40Z</dcterms:created>
  <dcterms:modified xsi:type="dcterms:W3CDTF">2026-08-13T01:35:40Z</dcterms:modified>
</cp:coreProperties>
</file>