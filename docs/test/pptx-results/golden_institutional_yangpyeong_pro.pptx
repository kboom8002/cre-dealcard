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수익률이 진짜로 나오는 딜인가?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임대료 × 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 − 공실손실 − 운영비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÷ 매입가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WACC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공시지가 비교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임대료 상승률·지가 상승률 대비 물가상승률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왜 지금 이 빌딩을 사야 하는가?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타당성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추정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검토 후 다음 단계는?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2026-08-12T23:11:34Z</dcterms:created>
  <dcterms:modified xsi:type="dcterms:W3CDTF">2026-08-12T23:11:34Z</dcterms:modified>
</cp:coreProperties>
</file>