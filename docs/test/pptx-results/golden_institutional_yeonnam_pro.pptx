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수익률이 진짜로 나오는 딜인가?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× 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공실손실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× 공실률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− 공실손실 − 운영비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총임대수입 ÷ 매입가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Rate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NOI ÷ 매입가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WACC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타인자본·자기자본 비용의 가중평균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연도별 공시지가 증감률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784287" y="1040587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8879" y="10533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48879" y="1071676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상승률 및 공시지가 상승률 비교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48879" y="1108252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WACC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가중평균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이 건물을 사야 하는가?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WACC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가중평균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 추정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2026-08-13T01:32:33Z</dcterms:created>
  <dcterms:modified xsi:type="dcterms:W3CDTF">2026-08-13T01:32:33Z</dcterms:modified>
</cp:coreProperties>
</file>