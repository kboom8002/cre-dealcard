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📍 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🏢 이 건물, 어떤 자산인가?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📊 임대 현황과 공실, 실제로 어떤가?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⚠️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나눔스퀘어" pitchFamily="34" charset="0"/>
                <a:ea typeface="나눔스퀘어" pitchFamily="34" charset="-122"/>
                <a:cs typeface="나눔스퀘어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IM-36300A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2026-08-12T23:11:26Z</dcterms:created>
  <dcterms:modified xsi:type="dcterms:W3CDTF">2026-08-12T23:11:26Z</dcterms:modified>
</cp:coreProperties>
</file>