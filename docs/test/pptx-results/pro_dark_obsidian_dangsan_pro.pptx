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🏢 이 건물,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📊 임대 현황과 공실, 실제로 어떤가?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임대안정성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💰 수익률이 진짜로 나오는 딜인가?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 순영업소득(NOI)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유효총수입(EGI) − 운영비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연간 총임대수입 ÷ 매입가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WACC(자본비용)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개별공시지가 상승률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(당기 공시지가 ÷ 전기 공시지가) − 1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자본구조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WACC(자본비용)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가중평균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불가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자기자본수익률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🎯 왜 지금 이 건물을 사야 하는가?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대출 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항목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값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WACC(자본비용)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가중평균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불가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자기자본수익률</a:t>
                      </a:r>
                      <a:endParaRPr lang="en-US" sz="10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세금 추정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📋 검토 후 다음 단계는?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2026-08-12T23:11:32Z</dcterms:created>
  <dcterms:modified xsi:type="dcterms:W3CDTF">2026-08-12T23:11:32Z</dcterms:modified>
</cp:coreProperties>
</file>