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IM-FE5CBA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IM-FE5CBA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📍 이 입지, 투자할 만한 곳인가?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4" name="Shape 2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토지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IM-FE5CBA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🏗️ 신축/개발 사업수지와 수익성은?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IM-FE5CBA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⚠️ 숨은 리스크는 없는가?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IM-FE5CBA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2026-08-12T23:11:26Z</dcterms:created>
  <dcterms:modified xsi:type="dcterms:W3CDTF">2026-08-12T23:11:26Z</dcterms:modified>
</cp:coreProperties>
</file>