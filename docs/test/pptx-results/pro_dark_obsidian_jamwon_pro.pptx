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5" name="Shape 2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Detail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부지로서 대지 조건은 어떠한가?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신축규모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미정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건폐율/용적률 상한 적용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착공 전 명도 협의 필요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상업/업무 시설 기획 가능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명도계획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투입비용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1717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매입비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산정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금융/기타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이익률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909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4" name="Shape 1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스태킹계획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8" name="Shape 26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 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047488"/>
            <a:ext cx="4572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후 다음 단계는?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0000 · 2026-08-13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2026-08-13T01:32:32Z</dcterms:created>
  <dcterms:modified xsi:type="dcterms:W3CDTF">2026-08-13T01:32:32Z</dcterms:modified>
</cp:coreProperties>
</file>