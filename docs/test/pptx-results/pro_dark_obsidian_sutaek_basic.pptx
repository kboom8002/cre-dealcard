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457200"/>
            <a:ext cx="5486400" cy="5486400"/>
          </a:xfrm>
          <a:prstGeom prst="ellipse">
            <a:avLst/>
          </a:prstGeom>
          <a:solidFill>
            <a:srgbClr val="0C2A30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1371600"/>
            <a:ext cx="3657600" cy="3657600"/>
          </a:xfrm>
          <a:prstGeom prst="ellipse">
            <a:avLst/>
          </a:prstGeom>
          <a:solidFill>
            <a:srgbClr val="0E3640"/>
          </a:solidFill>
          <a:ln/>
        </p:spPr>
      </p:sp>
      <p:sp>
        <p:nvSpPr>
          <p:cNvPr id="4" name="Shape 2"/>
          <p:cNvSpPr/>
          <p:nvPr/>
        </p:nvSpPr>
        <p:spPr>
          <a:xfrm>
            <a:off x="8961120" y="2103120"/>
            <a:ext cx="2194560" cy="2194560"/>
          </a:xfrm>
          <a:prstGeom prst="ellipse">
            <a:avLst/>
          </a:prstGeom>
          <a:solidFill>
            <a:srgbClr val="134E5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핵심 입지 나대지 매각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IM-EE31C9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IM-EE31C9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핵심요약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본 자산은 기존 건물의 물리적 제약이나 임차 운영 구조에 얽매이지 않는 나대지로, 투자자의 개발 콘셉트와 사업 타이밍에 맞춰 가치를 새롭게 설계할 수 있는 토지형 자산입니다. 🏗 철거·명도·노후 시설 개선 부담을 전제로 하지 않는 출발점이라는 점은 개발기간, 초기 투자비 및 실행 리스크를 정교하게 통제할 수 있는 핵심 잠재력입니다.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6692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3666744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📌 현재 제공 자료에는 소재지, 토지면적, 용도지역 및 건축 관련 공적 규제 정보가 포함되어 있지 않습니다. 사업성 검토 전 토지이용계획확인원, 등기부, 지적도 및 개별 법규 확인이 필요합니다.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IM-EE31C9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📍 이 입지, 투자할 만한 곳인가?</a:t>
            </a:r>
            <a:endParaRPr lang="en-US" sz="2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권역 권역 우수 입지, 안정적 임대 수요 유지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24" name="Shape 21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5" name="Text 22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IM-EE31C9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토지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6B6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IM-EE31C9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🏗️ 신축/개발 사업수지와 수익성은?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신축 사업수지 및 개발 타당성 분석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----------------------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6B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토지 매입비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희망가 기준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사업비 내 비중 산출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추정 신축 공사비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평당 공사비 산정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신축 연면적 기준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예상 총 사업비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토지비 + 공사비 + 금융/기타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총 투자금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예상 개발 이익률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15% ~ 25% 수준</a:t>
            </a:r>
            <a:endParaRPr lang="en-US" sz="2500" dirty="0"/>
          </a:p>
        </p:txBody>
      </p:sp>
      <p:sp>
        <p:nvSpPr>
          <p:cNvPr id="26" name="Text 24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시장 상황 연동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/>
        </p:spPr>
      </p:sp>
      <p:sp>
        <p:nvSpPr>
          <p:cNvPr id="28" name="Shape 26"/>
          <p:cNvSpPr/>
          <p:nvPr/>
        </p:nvSpPr>
        <p:spPr>
          <a:xfrm>
            <a:off x="7784287" y="6729984"/>
            <a:ext cx="36576" cy="9875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7967167" y="67848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967167" y="7004304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IM-EE31C9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⚠️ 숨은 리스크는 없는가?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3503066" cy="3200400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572768"/>
            <a:ext cx="45720" cy="3200400"/>
          </a:xfrm>
          <a:prstGeom prst="rect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8181B"/>
          </a:solidFill>
          <a:ln/>
        </p:spPr>
      </p:sp>
      <p:sp>
        <p:nvSpPr>
          <p:cNvPr id="30" name="Text 28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FAF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IM-EE31C9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5" name="Text 33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IM-EE31C9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2026-08-12T23:11:27Z</dcterms:created>
  <dcterms:modified xsi:type="dcterms:W3CDTF">2026-08-12T23:11:27Z</dcterms:modified>
</cp:coreProperties>
</file>