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🏢 이 대지,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700784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55648"/>
            <a:ext cx="36576" cy="17190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2029968"/>
            <a:ext cx="35112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Detail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📐 개발 부지로서 대지 조건은 어떠한가?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신축규모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명도계획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투입비용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금액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매입비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공사비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산정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사업비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금융/기타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투자금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이익률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연동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스태킹계획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🏗️ 신축/개발 사업수지와 수익성은?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📋 검토 후 다음 단계는?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IM-EE31C9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2026-08-12T23:11:33Z</dcterms:created>
  <dcterms:modified xsi:type="dcterms:W3CDTF">2026-08-12T23:11:33Z</dcterms:modified>
</cp:coreProperties>
</file>