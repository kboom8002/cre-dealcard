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 입지 사무용빌딩 매각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자산은 사무용빌딩으로, 임차 수요의 핵심인 업무공간을 기반으로 안정적인 월 임대수익과 장기 현금흐름을 설계할 수 있는 실물자산입니다. 사무용 자산은 업종·[임차인 업종 정보로 대체됨] 구성이 가능한 만큼, 향후 임대차 구조와 공실 관리 전략을 정교화할 경우 수익의 안정성과 임대수익 극대화를 동시에 추구할 수 있는 기반을 갖추고 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📍 이 입지, 투자할 만한 곳인가?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4" name="Shape 2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🏢 이 빌딩, 어떤 자산인가?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📊 임대 현황과 공실, 실제로 어떤가?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⚠️ 숨은 리스크는 없는가?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IM-0C054D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2026-08-12T23:11:28Z</dcterms:created>
  <dcterms:modified xsi:type="dcterms:W3CDTF">2026-08-12T23:11:28Z</dcterms:modified>
</cp:coreProperties>
</file>