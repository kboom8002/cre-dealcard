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우수 입지, 안정적 임대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 주소를 입력하면 공적장부에서 자동 검증됩니다.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784287" y="422452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4279392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433425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4553712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수치는 브로커 제공 정보 기준이며, 공적장부 검증이 완료되지 않았습니다.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0.…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2026-08-15T03:43:12Z</dcterms:created>
  <dcterms:modified xsi:type="dcterms:W3CDTF">2026-08-15T03:43:12Z</dcterms:modified>
</cp:coreProperties>
</file>