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및 도로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접근성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강남역·양재역 도보 4분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🛣 도로 접면 조건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접면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🚗 차량 진출입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경부고속도로 서초IC 및 테헤란로 3분 내 진입 가능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53328" y="311810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118104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70475" y="3118104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테헤란로 IT밸리 및 서초 법조타운 오피스 상주인구 30만 배후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53328" y="35570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557016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🏥 의료 상권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70475" y="3557016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약국 및 상층부 안과·피부과 전문의원 집적 의료 특화 상권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빌딩,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용도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/ 메디컬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2,052㎡ (620.8평)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471㎡ (142.5평)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제3종일반주거지역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 (15인승 침대용)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대수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18대 (자주식 완비)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준공년도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(9년 경과)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52669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26694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72968" y="526694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38" name="Shape 36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9" name="Text 37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서초권역 대로변 입지의 우량 메디컬 테넌트 만실 운영 자산입니다.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임대료(원)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문전약국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(직영)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전문의원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2029-05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정형외과·통증의학과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클리닉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6~7층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0.…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59,500,000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572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393192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709928"/>
            <a:ext cx="30458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물리적 하드웨어 실사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075688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건물 상태: 2017년 준공 신축급 건물로 누수·균열 결함 0건 (정밀안전진단 A등급)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5528" y="2715768"/>
            <a:ext cx="304586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승강기 및 설비: 15인승 침대용 승강기 완비 및 중앙/개별 냉난방 설비 양호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주차 시설: 18대 전용 주차장 완비로 병의원 내원 환자 주차 민원 제로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44314" y="1481328"/>
            <a:ext cx="3503066" cy="393192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8132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914" y="1709928"/>
            <a:ext cx="30458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테넌트 및 임대차 권리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914" y="2075688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이탈 리스크 극소: 1층 약국 및 상층부 병의원 인테리어 투자비(호실당 5억 이상)로 장기 존속 확정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914" y="2715768"/>
            <a:ext cx="304586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계약 안정성: 평균 잔여 임대기간 WALE 3.5년 확보 및 임대료 연체 이력 0건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명도 리스크: 전층 정상 임대차 상태로 분쟁 및 소송 이력 없음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1701" y="1481328"/>
            <a:ext cx="3503066" cy="3931920"/>
          </a:xfrm>
          <a:prstGeom prst="roundRect">
            <a:avLst>
              <a:gd name="adj" fmla="val 156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48132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0301" y="1709928"/>
            <a:ext cx="304586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⚖ 3. 권리관계 및 금융 구조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0301" y="2075688"/>
            <a:ext cx="30458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소유권 상태: 단독 법인 소유로 권리관계 100% 투명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50301" y="2715768"/>
            <a:ext cx="304586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제한물권: 근저당권 외 가압류/가처분 일체 없음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대출 승계: 기존 담보대출 85억원(연 4.1%) 1금융권 승계 심사 적격 판정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568756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7044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실사 양호 | 세부 계약서 및 등기사항증명서는 LOI 접수 후 원본 열람 가능합니다.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2026-08-15T03:59:44Z</dcterms:created>
  <dcterms:modified xsi:type="dcterms:W3CDTF">2026-08-15T03:59:44Z</dcterms:modified>
</cp:coreProperties>
</file>