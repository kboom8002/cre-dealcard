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외관 전경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대형 약국 및 메디컬 로비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안과·피부과 전문의원 내부 인테리어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3803904"/>
            <a:ext cx="5474056" cy="23225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0712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23864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18대 전용 주차장 및 옥상 휴게공간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8426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5333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강남역·양재역 도보 4분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🛣 도로 접면 조건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접면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🚗 차량 진출입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🏥 의료 상권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빌딩,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/ 메디컬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2,052㎡ (620.8평)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471㎡ (142.5평)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 (15인승 침대용)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대수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완비)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(9년 경과)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52669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266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72968" y="5266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BEE3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0" name="Text 37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967167" y="5129784"/>
            <a:ext cx="35112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서초권역 대로변 입지의 우량 메디컬 테넌트 만실 운영 자산입니다.</a:t>
            </a:r>
            <a:endParaRPr lang="en-US" sz="930" dirty="0"/>
          </a:p>
        </p:txBody>
      </p:sp>
      <p:sp>
        <p:nvSpPr>
          <p:cNvPr id="42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임대료(원)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문전약국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(직영)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전문의원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정형외과·통증의학과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6~7층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어학원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0.…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3.5년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15721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03066" cy="402336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6304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6420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933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건물 상태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5528" y="2423160"/>
            <a:ext cx="304586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� 건물 상태: 2017년 준공 신축급 건물로 누수·균열 결함 0건 (정밀안전진단 A등급)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� 승강기 및 설비: 15인승 침대용 승강기 완비 및 중앙/개별 냉난방 설비 양호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� 주차 시설: 18대 전용 주차장 완비로 병의원 내원 환자 주차 민원 제로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4314" y="1463040"/>
            <a:ext cx="3503066" cy="402336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6304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166420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914" y="19933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이탈 리스크 극소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2914" y="2423160"/>
            <a:ext cx="304586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� 이탈 리스크 극소: 1층 약국 및 상층부 병의원 인테리어 투자비(호실당 5억 이상)로 장기 존속 확정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� 계약 안정성: 평균 잔여 임대기간 WALE 3.5년 확보 및 임대료 연체 이력 0건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� 명도 리스크: 전층 정상 임대차 상태로 분쟁 및 소송 이력 없음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1701" y="1463040"/>
            <a:ext cx="3503066" cy="402336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46304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166420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⚖ 3. 권리관계 및 금융 구조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0301" y="1993392"/>
            <a:ext cx="30458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소유권 상태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50301" y="2423160"/>
            <a:ext cx="304586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� 소유권 상태: 단독 법인 소유로 권리관계 100% 투명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� 제한물권: 근저당권 외 가압류/가처분 일체 없음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� 대출 승계: 기존 담보대출 85억원(연 4.1%) 1금융권 승계 심사 적격 판정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760720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943600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2026-08-15T04:17:31Z</dcterms:created>
  <dcterms:modified xsi:type="dcterms:W3CDTF">2026-08-15T04:17:31Z</dcterms:modified>
</cp:coreProperties>
</file>