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165.0억원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Cap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4.62%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11.5억원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/ 620.8평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85.0억원 (4.1%)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주차 대수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10대)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5528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건물 상태: 2017년 준공 신축급 건물로 누수·균열 결함 0건 (정밀안전진단 A등급)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승강기 및 설비: 15인승 침대용 승강기 완비 및 중앙/개별 냉난방 설비 양호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주차 시설: 18대 전용 주차장 완비로 병의원 내원 환자 주차 민원 제로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4314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914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이탈 리스크 극소: 1층 약국 및 상층부 병의원 인테리어 투자비(호실당 5억 이상)로 장기 존속 확정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계약 안정성: 평균 잔여 임대기간 WALE 3.5년 확보 및 임대료 연체 이력 0건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명도 리스크: 전층 정상 임대차 상태로 분쟁 및 소송 이력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1701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50301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소유권 상태: 단독 법인 소유로 권리관계 100% 투명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제한물권: 근저당권 외 가압류/가처분 일체 없음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대출 승계: 기존 담보대출 85억원(연 4.1%) 1금융권 승계 심사 적격 판정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76072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943600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2026-08-15T04:41:11Z</dcterms:created>
  <dcterms:modified xsi:type="dcterms:W3CDTF">2026-08-15T04:41:11Z</dcterms:modified>
</cp:coreProperties>
</file>