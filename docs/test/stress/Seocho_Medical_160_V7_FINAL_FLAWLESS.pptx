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165.0억원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Cap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4.62%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11.5억원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/ 연면적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 / 620.8평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담보대출 승계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85.0억원 (4.1%)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8728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88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188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11월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997467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059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주차 대수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62059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10대)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강남역·양재역 도보 4분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접면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2,052㎡ (620.8평)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471㎡ (142.5평)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(9년 경과)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BEE3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Text 37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967167" y="5129784"/>
            <a:ext cx="35112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서초권역 대로변 입지의 우량 메디컬 테넌트 만실 운영 자산입니다.</a:t>
            </a:r>
            <a:endParaRPr lang="en-US" sz="930" dirty="0"/>
          </a:p>
        </p:txBody>
      </p:sp>
      <p:sp>
        <p:nvSpPr>
          <p:cNvPr id="42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문전약국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(직영)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정형외과·통증의학과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6~7층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어학원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(공실률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0.0%)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1,150,000,000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1572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상태: 2017년 준공 신축급 건물로 누수·균열 결함 0건 (정밀안전진단 A등급)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설비: 15인승 침대용 승강기 완비 및 중앙/개별 냉난방 설비 양호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시설: 18대 전용 주차장 완비로 병의원 내원 환자 주차 민원 제로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리스크 극소: 1층 약국 및 상층부 병의원 인테리어 투자비(호실당 5억 이상)로 장기 존속 확정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안정성: 평균 잔여 임대기간 WALE 3.5년 확보 및 임대료 연체 이력 0건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전층 정상 임대차 상태로 분쟁 및 소송 이력 없음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1701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권리관계 및 금융 구조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투명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상태: 단독 법인 소유로 권리관계 100% 투명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제한물권: 근저당권 외 가압류/가처분 일체 없음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승계: 기존 담보대출 85억원(연 4.1%) 1금융권 승계 심사 적격 판정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2026-08-15T06:13:02Z</dcterms:created>
  <dcterms:modified xsi:type="dcterms:W3CDTF">2026-08-15T06:13:02Z</dcterms:modified>
</cp:coreProperties>
</file>