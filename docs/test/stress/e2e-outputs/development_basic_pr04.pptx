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development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신축부지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210억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송민기  |  NAI코리아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7" name="Shape 15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168.5평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제3종일반주거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역삼동 테헤란로 이면 코너 신축 부지입니다.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Detail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부지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신축규모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 건축 규모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Eviction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명도계획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건폐율 50%, 용적률 250% 적용 시 약 680평 신축 가능합니다.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투입비용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스태킹계획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층별 용도 및 면적 배분 계획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5528" y="2011680"/>
          <a:ext cx="49345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097280"/>
                <a:gridCol w="13716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권장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면적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타깃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스태킹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플랜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데이터 </a:t>
                      </a:r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신축 개요 및 규제 기한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61608" y="2011680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대지면적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336740" y="2011680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61608" y="245059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1608" y="2450592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신축 연면적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336740" y="2450592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61608" y="288950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61608" y="2889504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적용 건폐율 / 용적률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8336740" y="2889504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-% / -%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61608" y="332841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61608" y="3328416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총공사비 (1,200만/평)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8336740" y="3328416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461608" y="376732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461608" y="3767328"/>
            <a:ext cx="1875133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총사업비 (토지+공사+예비비)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336740" y="3767328"/>
            <a:ext cx="305942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Feasibility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개발 사업성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64592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개발이익률 약 28%, 완공 후 자산가치 350억 상회 전망입니다.</a:t>
            </a:r>
            <a:endParaRPr lang="en-US" sz="93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테헤란로 프라임 입지의 개발 가치와 용적률 잔여 활용 가능성이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인허가 지연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사전협의 완료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2개월 내 착수 가능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설계 발주 및 인허가 일정 협의를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NAI코리아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2026-09-06T11:16:53Z</dcterms:created>
  <dcterms:modified xsi:type="dcterms:W3CDTF">2026-09-06T11:16:53Z</dcterms:modified>
</cp:coreProperties>
</file>