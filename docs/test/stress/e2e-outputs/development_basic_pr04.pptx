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6B8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NAI코리아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송민기  |  NAI코리아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역삼동 테헤란로 이면 코너 신축 부지입니다.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276856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18728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5188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51880" y="2276856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170475" y="148132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역삼역 도보 4분, 테헤란로 메인 이면입니다.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역삼역 도보 4분, 테헤란로 메인 이면입니다.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Land Detail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부지 분석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DBEAFE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 142.5평 / 연면적 620.8평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 2층 ~ 지상 7층 (2017년 준공)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15인승 침대용 승강기 및 자주식 주차 18대 완비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2" name="Shape 10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3" name="Text 11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6" name="Shape 14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7" name="Text 15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19" name="Text 1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Feasibility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 사업성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4173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개발이익률 약 28%, 완공 후 자산가치 350억 상회 전망입니다.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172968" y="14173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개발이익률 약 28%, 완공 후 자산가치 350억 상회 전망입니다.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인허가 지연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사전협의 완료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2개월 내 착수 가능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E8F5CC"/>
          </a:solidFill>
          <a:ln w="10160">
            <a:solidFill>
              <a:srgbClr val="A3D9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509320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종합 가치 제안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441448" y="5074920"/>
            <a:ext cx="90004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테헤란로 프라임 입지의 개발 가치와 용적률 잔여 활용 가능성이 핵심입니다.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57839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11057839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설계 발주 및 인허가 일정 협의를 권장합니다.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설계 발주 및 인허가 일정 협의를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Disclaimer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47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39696" y="1828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04688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39696" y="24871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04688" y="25054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1638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9696" y="3145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04688" y="31638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8221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39696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04688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39696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04688" y="4480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151790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129784" cy="2615184"/>
          </a:xfrm>
          <a:prstGeom prst="roundRect">
            <a:avLst>
              <a:gd name="adj" fmla="val 1399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2011680"/>
            <a:ext cx="46908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2180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NAI코리아 · 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2026-08-16T06:16:27Z</dcterms:created>
  <dcterms:modified xsi:type="dcterms:W3CDTF">2026-08-16T06:16:27Z</dcterms:modified>
</cp:coreProperties>
</file>