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64208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64208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725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78144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83751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725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78144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42736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66928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66928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207008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6656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207008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6656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207008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9.66억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1.89억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221.6억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10.5억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105.0억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106.0억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211.1억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127.0억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106.0억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2026-09-17T08:53:14Z</dcterms:created>
  <dcterms:modified xsi:type="dcterms:W3CDTF">2026-09-17T08:53:14Z</dcterms:modified>
</cp:coreProperties>
</file>