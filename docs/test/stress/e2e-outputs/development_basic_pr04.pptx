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development 포스처 테스트 문서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신축부지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363931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63931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신축부지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00200" y="363931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600200" y="363931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4078224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" y="4187952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02920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NAI코리아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송민기  |  NAI코리아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역삼동 테헤란로 이면 코너 신축 부지입니다.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308528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3120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473120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168.5평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114136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78728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78728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919743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84335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Rate)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9084335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02920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67512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3308528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3120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473120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6114136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78728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78728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중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안정적 임대수익 기반 투자 매물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549323" y="14813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지하철 및 간선버스 인접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989320" y="19385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89320" y="19385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상권권역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549323" y="19385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 주요 상업·업무 권역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989320" y="2505456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BEE3F8"/>
          </a:solidFill>
          <a:ln/>
        </p:spPr>
      </p:sp>
      <p:sp>
        <p:nvSpPr>
          <p:cNvPr id="13" name="Shape 10"/>
          <p:cNvSpPr/>
          <p:nvPr/>
        </p:nvSpPr>
        <p:spPr>
          <a:xfrm>
            <a:off x="5989320" y="2560320"/>
            <a:ext cx="36576" cy="5486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1"/>
          <p:cNvSpPr/>
          <p:nvPr/>
        </p:nvSpPr>
        <p:spPr>
          <a:xfrm>
            <a:off x="6135624" y="259689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135624" y="2798064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 배후 상권 기반 안정적 임대 수요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168.5평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건축 규제 확인 필요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 실물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168.5평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역삼동 테헤란로 이면 코너 신축 부지입니다.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31520" y="201168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01417" y="201168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48716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001417" y="248716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9.66억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31520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962656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01417" y="2962656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1.89억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1520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438144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001417" y="3438144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221.6억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1520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913632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001417" y="3913632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31520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38912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001417" y="438912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1520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86460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001417" y="486460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116.5억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16900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9760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97600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221.6억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137.6억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116.5억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95.5억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397600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397600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543904" y="4160520"/>
            <a:ext cx="467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543904" y="4361688"/>
            <a:ext cx="467852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80" dirty="0"/>
          </a:p>
        </p:txBody>
      </p:sp>
      <p:sp>
        <p:nvSpPr>
          <p:cNvPr id="35" name="Text 3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493776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504748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23160" y="501091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테헤란로 프라임 입지의 개발 가치와 용적률 잔여 활용 가능성이 핵심입니다.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인허가 지연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31520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사전협의 완료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31520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2개월 내 착수 가능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3327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3327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3327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186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72221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9186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72221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9186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72221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2920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22376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2376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 설계 발주 및 인허가 일정 협의를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 설계 발주 및 인허가 일정 협의를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NAI코리아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2026-09-22T04:16:55Z</dcterms:created>
  <dcterms:modified xsi:type="dcterms:W3CDTF">2026-09-22T04:16:55Z</dcterms:modified>
</cp:coreProperties>
</file>