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역삼역 도보 4분, 테헤란로 메인 이면입니다.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2026-08-26T00:19:13Z</dcterms:created>
  <dcterms:modified xsi:type="dcterms:W3CDTF">2026-08-26T00:19:13Z</dcterms:modified>
</cp:coreProperties>
</file>