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development 포스처 테스트 문서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신축부지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6393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6393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신축부지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00200" y="36393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36393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4078224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187952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NAI코리아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송민기  |  NAI코리아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역삼동 테헤란로 이면 코너 신축 부지입니다.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085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31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31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168.5평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141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7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787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19743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4335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084335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085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31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31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141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87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중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해당 권역 업무·상업 중심지 배후 수요 확보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규모: 해당 권역 소재 단독 빌딩 매입 기회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안정적 임대수익 기반 투자 매물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분석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49323" y="14813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9385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9385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549323" y="19385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주요 상업·업무 권역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89320" y="250545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BEE3F8"/>
          </a:solidFill>
          <a:ln/>
        </p:spPr>
      </p:sp>
      <p:sp>
        <p:nvSpPr>
          <p:cNvPr id="13" name="Shape 10"/>
          <p:cNvSpPr/>
          <p:nvPr/>
        </p:nvSpPr>
        <p:spPr>
          <a:xfrm>
            <a:off x="5989320" y="2560320"/>
            <a:ext cx="36576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1"/>
          <p:cNvSpPr/>
          <p:nvPr/>
        </p:nvSpPr>
        <p:spPr>
          <a:xfrm>
            <a:off x="6135624" y="259689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35624" y="279806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배후 상권 기반 안정적 임대 수요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168.5평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23160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건축 규제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열람 및 건축 규제 확인 필요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720279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20279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7866583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공적장부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66583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 소유권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기재 사항 실물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 및 실거래가 비교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168.5평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23160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0279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20279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6583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역삼동 테헤란로 이면 코너 신축 부지입니다.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01417" y="201168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8716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01417" y="248716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9.66억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62656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01417" y="2962656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1.89억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38144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01417" y="3438144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221.6억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13632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01417" y="3913632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8912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01417" y="438912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86460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01417" y="486460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116.5억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69000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7600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7600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221.6억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137.6억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116.5억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95.5억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397600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397600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543904" y="4160520"/>
            <a:ext cx="467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543904" y="4361688"/>
            <a:ext cx="46785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493776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0474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23160" y="501091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테헤란로 프라임 입지의 개발 가치와 용적률 잔여 활용 가능성이 핵심입니다.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인허가 지연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사전협의 완료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2개월 내 착수 가능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33272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33272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검토 (보증금, 월임대료, 관리비 실입금 내역 및 제소전화해조서)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33272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1860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9020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29020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22212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1860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9020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2902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22212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91860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9020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29020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22212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349240"/>
            <a:ext cx="11057839" cy="45720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422392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설계 발주 및 인허가 일정 협의를 권장합니다.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설계 발주 및 인허가 일정 협의를 권장합니다.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NAI코리아 · 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2026-09-29T02:22:28Z</dcterms:created>
  <dcterms:modified xsi:type="dcterms:W3CDTF">2026-09-29T02:22:28Z</dcterms:modified>
</cp:coreProperties>
</file>