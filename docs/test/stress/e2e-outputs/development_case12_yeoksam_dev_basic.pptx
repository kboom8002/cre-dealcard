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신축부지, 매각 희망가 210억.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233.3%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및 도로 접근성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및 양재역(3호선) 더블역세권 도보 4분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접면 조건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대로변 접면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차량 진출입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경부고속도로 서초IC 및 테헤란로 3분 내 진입 가능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53328" y="311810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118104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수요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0475" y="3118104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테헤란로 IT밸리 및 서초 법조타운 오피스 상주인구 30만 배후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53328" y="355701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557016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 상권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70475" y="3557016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약국 및 상층부 안과·피부과 전문의원 집적 의료 특화 상권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053328" y="3995928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9959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편의 인프라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70475" y="39959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300m 내 주요 임차 업종, 은행, 대형 베이커리 밀집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Land Detail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Feasibility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사업수지 및 개발 타당성 분석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8366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3852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대지 매입 후 신축 개발 시 총 사업비, 예상 분양 수입 및 개발 이익률을 종합 추정합니다.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53619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48879" y="166420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48879" y="184708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희망가 기준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7948879" y="2212848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사업비 내 비중 산출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784287" y="267004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48879" y="279806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신축 공사비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48879" y="298094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공사비 산정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948879" y="3346704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 기준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784287" y="380390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8879" y="393192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 사업비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48879" y="411480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+ 공사비 + 금융/기타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948879" y="4480560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투자금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784287" y="493776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48879" y="506577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이익률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948879" y="5248656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 ~ 25% 수준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948879" y="5614416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 연동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7784287" y="6071616"/>
            <a:ext cx="3840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8" name="Shape 26"/>
          <p:cNvSpPr/>
          <p:nvPr/>
        </p:nvSpPr>
        <p:spPr>
          <a:xfrm>
            <a:off x="7784287" y="6126480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7967167" y="618134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967167" y="6400800"/>
            <a:ext cx="3511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00474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4794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4794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4250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9425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94250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94250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08341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2661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2661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402117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02117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02117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02117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2026-08-16T08:22:49Z</dcterms:created>
  <dcterms:modified xsi:type="dcterms:W3CDTF">2026-08-16T08:22:49Z</dcterms:modified>
</cp:coreProperties>
</file>