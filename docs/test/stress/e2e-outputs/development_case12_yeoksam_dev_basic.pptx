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내 신축부지, 매각 희망가 210억.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6,942만원/평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215.3%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강남권역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210억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6" name="Text 34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강남권역 입지의 안정적 운영 자산입니다.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1" name="Shape 19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2" name="Text 20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24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 (누수/균열 결함 없음)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 10년 미만으로 대규모 수선비용 발생 가능성 낮음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15인승 침대용 승강기 및 냉난방 설비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주기적 정기 점검 계약 유지로 관리 리스크 최소화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병의원/약국 인테리어 투자비(호실당 5억↑) 존속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3.5년 확보 및 만기 6개월 전 재계약 협상 개시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총평: 자산의 물리적·권리적 하자가 없으며, 세부 임대차 계약서 및 등기사항증명서는 LOI 접수 후 원본 열람 가능합니다.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2026-08-23T11:28:46Z</dcterms:created>
  <dcterms:modified xsi:type="dcterms:W3CDTF">2026-08-23T11:28:46Z</dcterms:modified>
</cp:coreProperties>
</file>