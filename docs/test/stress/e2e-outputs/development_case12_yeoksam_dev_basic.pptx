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신축부지, 희망가 210억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215.3%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210억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9.66억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1.89억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221.6억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106.0억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211.1억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127.0억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2026-09-06T13:11:47Z</dcterms:created>
  <dcterms:modified xsi:type="dcterms:W3CDTF">2026-09-06T13:11:47Z</dcterms:modified>
</cp:coreProperties>
</file>