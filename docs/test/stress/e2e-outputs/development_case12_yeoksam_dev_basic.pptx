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불가 (사업비 데이터 부족)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### 신축 사업수지 요약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강남권역 소재 신축부지으로, 입지 및 자산 특성에 대한 상세 분석은 본문을 참조하시기 바랍니다. ### 3대 핵심 투자 포인트 (Investment Highlights) • 원금 안전판 확보: 강남권역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2026-08-26T00:19:18Z</dcterms:created>
  <dcterms:modified xsi:type="dcterms:W3CDTF">2026-08-26T00:19:18Z</dcterms:modified>
</cp:coreProperties>
</file>