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불가 (사업비 데이터 부족)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### 신축 사업수지 요약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2026-08-25T13:22:55Z</dcterms:created>
  <dcterms:modified xsi:type="dcterms:W3CDTF">2026-08-25T13:22:55Z</dcterms:modified>
</cp:coreProperties>
</file>