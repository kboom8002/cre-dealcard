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신축부지, 매각 희망가 210억.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233.3%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210억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강남권역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및 신축 개발 여력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1000㎡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상태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주요 임차 업종 현황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잠재력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시 연면적 증대 가능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대지면적 약 303평(약 1001.7㎡), 용도지역 일반상업지역에 위치하여 신축 및 재건축 개발 가치가 매우 높습니다.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7967167" y="360273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967167" y="3822192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[임대] 건축물대장 및 토지이용계획확인서 기준 | 신축 설계 검토 필요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사업수지 및 개발 타당성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희망가 기준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사업비 내 비중 산출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신축 공사비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공사비 산정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 기준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 사업비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토지비 + 공사비 + 금융/기타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투자금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 이익률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15% ~ 25% 수준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 연동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대지 매입 후 신축 개발 시 총 사업비, 예상 분양 수입 및 개발 이익률을 종합 추정합니다. [주의]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신축 공사비 및 분양가 변동에 따라 최종 수익률이 달라질 수 있습니다.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2026-08-23T01:22:39Z</dcterms:created>
  <dcterms:modified xsi:type="dcterms:W3CDTF">2026-08-23T01:22:39Z</dcterms:modified>
</cp:coreProperties>
</file>