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개발부지, 매각 희망가 145억.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영등포권역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145억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및 신축 개발 여력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1000㎡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상태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주요 임차 업종 현황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잠재력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시 연면적 증대 가능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대지면적 약 303평(약 1001.7㎡), 용도지역 일반상업지역에 위치하여 신축 및 재건축 개발 가치가 매우 높습니다.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[임대] 건축물대장 및 토지이용계획확인서 기준 | 신축 설계 검토 필요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2026-08-23T09:54:05Z</dcterms:created>
  <dcterms:modified xsi:type="dcterms:W3CDTF">2026-08-23T09:54:05Z</dcterms:modified>
</cp:coreProperties>
</file>