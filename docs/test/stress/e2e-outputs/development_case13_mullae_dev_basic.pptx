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development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개발부지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개발부지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영등포권역 소재 개발부지, 희망가 145억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매입가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평당가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4,793만원/평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개발이익률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166.5%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연면적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5,000㎡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영등포권역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145억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Detail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 부지로서 대지 조건은 어떠한가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신축규모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Eviction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명도계획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투입비용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스태킹계획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층별 용도 및 면적 배분 계획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5528" y="2011680"/>
          <a:ext cx="49345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463040"/>
                <a:gridCol w="1097280"/>
                <a:gridCol w="13716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권장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용도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면적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타깃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스태킹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플랜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필요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신축 개요 및 규제 기한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461608" y="2011680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대지면적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336740" y="2011680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461608" y="245059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61608" y="2450592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신축 연면적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336740" y="2450592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61608" y="288950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61608" y="2889504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 건폐율 / 용적률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8336740" y="2889504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-% / -%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461608" y="332841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61608" y="3328416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총공사비 (1,200만/평)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336740" y="3328416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461608" y="376732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61608" y="3767328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총사업비 (토지+공사+예비비)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336740" y="3767328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신축/개발 사업수지와 수익성은 어떠한가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2026-09-06T10:40:57Z</dcterms:created>
  <dcterms:modified xsi:type="dcterms:W3CDTF">2026-09-06T10:40:57Z</dcterms:modified>
</cp:coreProperties>
</file>