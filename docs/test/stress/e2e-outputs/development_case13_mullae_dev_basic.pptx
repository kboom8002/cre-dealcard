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부지로서 대지 조건은 어떠한가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2026-09-06T11:22:02Z</dcterms:created>
  <dcterms:modified xsi:type="dcterms:W3CDTF">2026-09-06T11:22:02Z</dcterms:modified>
</cp:coreProperties>
</file>