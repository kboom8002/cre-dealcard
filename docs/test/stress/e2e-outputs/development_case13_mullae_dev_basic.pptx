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개발부지, 매각 희망가 145억.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영등포권역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145억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우수한 접근성과 높은 가시성을 갖춘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영등포권역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2026-08-23T11:28:46Z</dcterms:created>
  <dcterms:modified xsi:type="dcterms:W3CDTF">2026-08-23T11:28:46Z</dcterms:modified>
</cp:coreProperties>
</file>