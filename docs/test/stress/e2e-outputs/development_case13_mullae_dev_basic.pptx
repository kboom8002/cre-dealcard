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개발부지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개발부지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영등포권역 소재 개발부지, 희망가 145억 원 — 개발 사업 타당성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145억 원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평당가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4,793만원/평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개발이익률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166.5%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5,000㎡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145억 원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83751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수지: 145억 수준의 토지비 기반 개발 사업 수익성 분석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인허가: 도시계획·용도지역·건폐율 등 공법 여건 사전 점검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영등포권역 업무·상업 중심지 배후 수요 확보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true,"mocked":true,"extractedFields":{"area_signal":"문래","asset_type":"건물명 비공개","price_band":"145억","size_signal":"580평(약 1917.4㎡)"},"extractedFacts":{"region":"문래","exactAddressCandidate":"해당 권역가 55-20","assetType":"건물명 비공개","priceText":"145억","sizeText":"580평(약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매물"},"detectedSensitiveFields":"exact_address","ambiguousFields":,"warnings":,"areaSignal":"문래","assetType":"건물명 비공개","priceBand":"145억","sizeSignal":"580평(약 1917.4㎡)","dealType":"매각","buildingName":"건물명 비공개","exactAddress":"영등포구 문래동3가 55-20","totalFloorArea":1917.364,"buildYear":2015,"currentUseSignal":"근린생활시설","vacancySignal":"공실 없음","fitSummary":"문래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사옥형","budgetRange":{"min":70,"max":70,"display":"145억"},"preferredRegions":"강남","성수","assetTypes":"건물명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예산(145억)에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부탁드립니다.","title":"문래 역세권 도보 3분 이내 건물명 비공개 매각","shortSummary":"문래역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필요합니다.","kakaoText":"문래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{"ok":true,"mocked":true,"extractedFields":{"area_signal":"문래","asset_type":"[건물명 비공개]","price_band":"145억","size_signal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신축규모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영등포권역 신축 개발 규모 및 층별 용도 계획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연면적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용도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복합시설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층 구성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설계안 검토 중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건축 가능 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건축 규모 요약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{"ok":true,"mocked":true,"extractedFields":{"area_signal":"문래","asset_type":"[건물명 비공개]","price_band":"145억","size_signal":"580평(약 1917.4㎡)"},"extractedFacts":{"region":"문래","exactAddressCandidate":"해당 권역가 55-20","assetType":"[건물명 비공개]","priceText":"145억","sizeText":"580평(약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매물"]},"detectedSensitiveFields":["exact_address"],"ambiguousFields":[],"warnings":[],"areaSignal":"문래","assetType":"[건물명 비공개]","priceBand":"145억","sizeSignal":"580평(약 1917.4㎡)","dealType":"매각","buildingName":"[건물명 비공개]","exactAddress":"영등포구 문래동3가 55-20","totalFloorArea":1917.364,"buildYear":2015,"currentUseSignal":"근린생활시설","vacancySignal":"공실 없음","fitSummary":"문래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사옥형","budgetRange":{"min":70,"max":70,"display":"145억"},"preferredRegions":["강남","성수"],"assetTypes":["[건물명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예산(145억)에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부탁드립니다.","title":"문래 역세권 도보 3분 이내 [건물명 비공개] 매각","shortSummary":"문래역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필요합니다.","kakaoText":"문래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18728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C6F6D5"/>
          </a:solidFill>
          <a:ln/>
        </p:spPr>
      </p:sp>
      <p:sp>
        <p:nvSpPr>
          <p:cNvPr id="25" name="Shape 23"/>
          <p:cNvSpPr/>
          <p:nvPr/>
        </p:nvSpPr>
        <p:spPr>
          <a:xfrm>
            <a:off x="6187288" y="4681728"/>
            <a:ext cx="36576" cy="117043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6" name="Text 24"/>
          <p:cNvSpPr/>
          <p:nvPr/>
        </p:nvSpPr>
        <p:spPr>
          <a:xfrm>
            <a:off x="637016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67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규모 적정성 검토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7016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영등포권역 소재 토지의 용적률 200% 기준 건축 가능 면적 검토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용도 및 규모에 따른 인허가 가능성 사전 검증 필요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현황 및 특약 조건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책임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협의 중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 임차인 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명도 기간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EEBC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 관리 필요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 임차인 명도 소요 기간 및 비용 사전 정밀 산출 필요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지연 시 PF 이자 추가 부담 발생 가능성 확인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84287" y="3493008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3547872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36027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일정 관리 핵심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3822192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완료 후 즉시 철거·착공 일정 연계 필수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소요기간 내 지연 시 PF 금융비용 증가 리스크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투입비용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영등포권역 개발 사업 투입 비용 구성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(억원)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비중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145.0억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매매대금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건축공사비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1,200만원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?평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기타비용(설계·인허가·금융)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취득세,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PF이자,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145.0억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FEEBC8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18470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변동 리스크 항목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0665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건축공사비는 시장 상황에 따라 ±15% 변동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 지연 시 PF 금융이자 추가 발생 (연 5.2억 수준)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BEE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0" y="39044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구조 검토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80960" y="41239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 시 브릿지론(LTV 60~70%) 활용 후 본PF 전환 예상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사업비 145.0 대비 자기자본 약 43.5억 소요 추정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스태킹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층별 용도 및 면적 배분 계획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2011680"/>
          <a:ext cx="4934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9728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타깃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스태킹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신축 개요 및 규제 기한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61608" y="2011680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대지면적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36740" y="2011680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61608" y="245059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1608" y="2450592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신축 연면적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36740" y="2450592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61608" y="288950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1608" y="2889504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건폐율 / 용적률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36740" y="2889504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-% / -%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61608" y="332841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1608" y="3328416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총공사비 (1,200만/평)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36740" y="3328416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61608" y="376732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1608" y="3767328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총사업비 (토지+공사+예비비)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36740" y="3767328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6.67억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1.30억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153.0억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7.3억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73.2억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145.7억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87.7억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73.2억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58.7억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498348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093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505663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{"ok":true,"mocked":true,"extractedFields":{"area_signal":"부","asset_type":"[건물명 비공개]","price_band":"145억","size_signal":"580평(약 1917.4㎡)"},"extractedFacts":{"region":"부","exactAddressCandidate":"해당 권역가 55-20","assetType":"[건물명 비공개]","priceText":"145억","sizeText":"580평(약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매물"]},"detectedSensitiveFields":["exact_address"],"ambiguousFields":[],"warnings":[],"areaSignal":"부","assetType":"[건물명 비공개]","priceBand":"145억","sizeSignal":"580평(약 1917.4㎡)","dealType":"매각","buildingName":"[건물명 비공개]","exactAddress":"영등포구 문래동3가 55-20","totalFloorArea":1917.364,"buildYear":2015,"currentUseSignal":"근린생활시설","vacancySignal":"공실 없음","fitSummary":"부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사옥형","budgetRange":{"min":70,"max":70,"display":"145억"},"preferredRegions":["강남","성수"],"assetTypes":["[건물명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예산(145억)에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부탁드립니다.","title":"부 역세권 도보 3분 이내 [건물명 비공개] 매각","shortSummary":"부역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필요합니다.","kakaoText":"부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{"ok":true,"mocked":true,"extractedFields":{"area_signal":"문래","asset_type":"[건물명 비공개]","price_band":"145억","size_signal":"580평(약 1917.4㎡)"},"extractedFacts":{"region":"문래","exactAddressCandidate":"해당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10건)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true,"mocked":true,"extractedFields":{"area_signal":"문래","asset_type":"[건물명 비공개]","price_band":"145억","size_signal":"580평(약 1917.4㎡)"},"extractedFacts":{"region":"문래","exactAddressCandidate":"해당 권역가 55-20","assetType":"[건물명 비공개]","priceText":"145억","sizeText":"580평(약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매물"]},"detectedSensitiveFields":["exact_address"],"ambiguousFields":[],"warnings":[],"areaSignal":"문래","assetType":"[건물명 비공개]","priceBand":"145억","sizeSignal":"580평(약 1917.4㎡)","dealType":"매각","buildingName":"[건물명 비공개]","exactAddress":"영등포구 문래동3가 55-20","totalFloorArea":1917.364,"buildYear":2015,"currentUseSignal":"근린생활시설","vacancySignal":"공실 없음","fitSummary":"문래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사옥형","budgetRange":{"min":70,"max":70,"display":"145억"},"preferredRegions":["강남","성수"],"assetTypes":["[건물명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예산(145억)에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부탁드립니다.","title":"문래 역세권 도보 3분 이내 [건물명 비공개] 매각","shortSummary":"문래역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필요합니다.","kakaoText":"문래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2026-09-17T08:53:54Z</dcterms:created>
  <dcterms:modified xsi:type="dcterms:W3CDTF">2026-09-17T08:53:54Z</dcterms:modified>
</cp:coreProperties>
</file>