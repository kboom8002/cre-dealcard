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위치하며 접근성과 가시성이 양호한 입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2026-08-25T13:22:56Z</dcterms:created>
  <dcterms:modified xsi:type="dcterms:W3CDTF">2026-08-25T13:22:56Z</dcterms:modified>
</cp:coreProperties>
</file>