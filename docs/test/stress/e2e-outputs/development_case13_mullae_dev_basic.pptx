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내 개발부지, 매각 희망가 145억.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Land Detail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및 신축 개발 여력 분석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1000㎡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상태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주요 임차 업종 현황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잠재력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시 연면적 증대 가능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및 토지이용계획확인서 기준 | 신축 설계 검토 필요</a:t>
            </a:r>
            <a:endParaRPr lang="en-US" sz="930" dirty="0"/>
          </a:p>
        </p:txBody>
      </p:sp>
      <p:sp>
        <p:nvSpPr>
          <p:cNvPr id="22" name="Text 20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Feasibility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2026-08-16T08:22:50Z</dcterms:created>
  <dcterms:modified xsi:type="dcterms:W3CDTF">2026-08-16T08:22:50Z</dcterms:modified>
</cp:coreProperties>
</file>