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내 개발부지, 매각 희망가 145억.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Land Detail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Feasibility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사업수지 및 개발 타당성 분석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6858000" cy="2743200"/>
          </a:xfrm>
          <a:prstGeom prst="roundRect">
            <a:avLst>
              <a:gd name="adj" fmla="val 2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83664"/>
            <a:ext cx="36576" cy="26334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3852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가치 제안 (Value Proposition)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652881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대지 매입 후 신축 개발 시 총 사업비, 예상 분양 수입 및 개발 이익률을 종합 추정합니다. 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536192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48879" y="166420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48879" y="184708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희망가 기준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7948879" y="2212848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사업비 내 비중 산출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7784287" y="2670048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48879" y="279806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신축 공사비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948879" y="298094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공사비 산정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948879" y="3346704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 기준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7784287" y="3803904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8879" y="393192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 사업비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48879" y="411480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토지비 + 공사비 + 금융/기타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948879" y="4480560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투자금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784287" y="493776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48879" y="506577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 이익률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948879" y="5248656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15% ~ 25% 수준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948879" y="5614416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상황 연동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7784287" y="6071616"/>
            <a:ext cx="3840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28" name="Shape 26"/>
          <p:cNvSpPr/>
          <p:nvPr/>
        </p:nvSpPr>
        <p:spPr>
          <a:xfrm>
            <a:off x="7784287" y="6126480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9" name="Text 27"/>
          <p:cNvSpPr/>
          <p:nvPr/>
        </p:nvSpPr>
        <p:spPr>
          <a:xfrm>
            <a:off x="7967167" y="618134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967167" y="6400800"/>
            <a:ext cx="3511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2026-08-16T06:16:39Z</dcterms:created>
  <dcterms:modified xsi:type="dcterms:W3CDTF">2026-08-16T06:16:39Z</dcterms:modified>
</cp:coreProperties>
</file>