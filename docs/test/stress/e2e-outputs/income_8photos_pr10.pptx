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564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5564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725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78144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83751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669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725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78144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83751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66928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6928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2026-09-17T08:53:21Z</dcterms:created>
  <dcterms:modified xsi:type="dcterms:W3CDTF">2026-09-17T08:53:21Z</dcterms:modified>
</cp:coreProperties>
</file>