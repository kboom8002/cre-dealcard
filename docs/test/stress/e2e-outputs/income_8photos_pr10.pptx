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핵심권역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매매 시장 적정가 수준 대비 안정적 월 임대수익 창출 기반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밸류업을 통한 자본이득 실현 가능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2026-08-23T11:28:39Z</dcterms:created>
  <dcterms:modified xsi:type="dcterms:W3CDTF">2026-08-23T11:28:39Z</dcterms:modified>
</cp:coreProperties>
</file>