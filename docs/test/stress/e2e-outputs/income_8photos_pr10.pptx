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11057839" cy="4572000"/>
          </a:xfrm>
          <a:prstGeom prst="roundRect">
            <a:avLst>
              <a:gd name="adj" fmla="val 12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91056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BEE3F8"/>
          </a:solidFill>
          <a:ln w="6350">
            <a:solidFill>
              <a:srgbClr val="2B6C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910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현장 실사 예정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88366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현황 및 물리적 실사 점검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194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내·외관 상태 및 주요 설비 사양은 매수 실사 절차 진행 시 현장 방문 조사를 통해 상세 확인 및 촬영이 진행됩니다.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06624"/>
            <a:ext cx="105457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85292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79806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외관 파사드 마감재 보존 상태 및 균열·누수 흔적 정밀 점검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58444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52958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승강기, 기계식 주차설비, 수배전반 등 핵심 설비 내구연한 및 정기검사 이력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31596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26110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 상태, 지하층 결로/누수 여부 및 공용부(계단실·화장실) 관리 컨디션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504748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99262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주차대수 확보 여부, 주차장 진입로 회전반경 및 층고 실측 검증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83751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2026-10-02T04:24:42Z</dcterms:created>
  <dcterms:modified xsi:type="dcterms:W3CDTF">2026-10-02T04:24:42Z</dcterms:modified>
</cp:coreProperties>
</file>