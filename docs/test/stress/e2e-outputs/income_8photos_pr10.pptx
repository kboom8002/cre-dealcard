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8503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8503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91640" y="368503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36850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187952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297680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인접 지하철역 역세권 (상세 확인 필요)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989320" y="197510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75104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549323" y="1975104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989320" y="2606040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660904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69748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898648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용도지역·용도지구 기준 건폐율/용적률 상한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필지 형상 및 접도 조건에 따른 건축 가능 면적 검토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개발행위허가 제한 여부 확인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및 을구 근저당·가압류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사항과 실물 현황 대조 점검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 분석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871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87168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8716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0279" y="4681728"/>
            <a:ext cx="3840480" cy="1508760"/>
          </a:xfrm>
          <a:prstGeom prst="roundRect">
            <a:avLst>
              <a:gd name="adj" fmla="val 363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4736592"/>
            <a:ext cx="36576" cy="1399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4773168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하이라이트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4974336"/>
            <a:ext cx="358444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6751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24373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0832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0832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984541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49133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149133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2920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9224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174.1억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75.1억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59856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59856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388456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388456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88456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5156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5156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74050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74050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4050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2026-09-20T11:35:17Z</dcterms:created>
  <dcterms:modified xsi:type="dcterms:W3CDTF">2026-09-20T11:35:17Z</dcterms:modified>
</cp:coreProperties>
</file>