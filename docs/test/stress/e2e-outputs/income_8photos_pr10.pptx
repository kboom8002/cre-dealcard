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II · Exterior &amp; Context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 및 입지 전경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2026-09-06T11:21:49Z</dcterms:created>
  <dcterms:modified xsi:type="dcterms:W3CDTF">2026-09-06T11:21:49Z</dcterms:modified>
</cp:coreProperties>
</file>