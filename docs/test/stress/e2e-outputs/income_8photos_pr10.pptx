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85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7510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49323" y="197510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260604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660904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6974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89864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2026-09-20T11:57:53Z</dcterms:created>
  <dcterms:modified xsi:type="dcterms:W3CDTF">2026-09-20T11:57:53Z</dcterms:modified>
</cp:coreProperties>
</file>