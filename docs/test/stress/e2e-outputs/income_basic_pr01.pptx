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56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0799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박민호  |  리얼티코리아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72536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8144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3751" y="1618107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1746123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1965579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66928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72536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78144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42736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83751" y="2742819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2870835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090291"/>
            <a:ext cx="231183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현금흐름: 전 층 임차인 운영 기반의 안정적 월 임대수익 창출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" y="5184648"/>
            <a:ext cx="3200400" cy="320040"/>
          </a:xfrm>
          <a:prstGeom prst="roundRect">
            <a:avLst>
              <a:gd name="adj" fmla="val 11429"/>
            </a:avLst>
          </a:prstGeom>
          <a:solidFill>
            <a:srgbClr val="FFFFFF">
              <a:alpha val="90000"/>
            </a:srgbClr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2029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자산(본건)   </a:t>
            </a:r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╌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도보 5분 반경 (약 400m)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15768" y="373989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13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5768" y="37398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본건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53328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0591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0591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8" name="Text 16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빌딩은 지하2층~지상7층 규모의 올근생 빌딩입니다.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약국 (3억)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 (2억)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30591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메디컬 만실 운영 중이며 WALE 평균 3.5년입니다.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69억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순수익(매월)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3,650만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레버리지 수익률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01952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5.8%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05409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108018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순영업소득(NOI) 약 7.14억 원, 매입 Cap Rate 4.62%입니다.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5425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5425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5425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5425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5425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65425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5425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91.6억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174.1억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75.1억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07912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07912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관점에서 안정적 월 임대수익과 우량 메디컬 테넌트를 보유한 핵심 투자 자산입니다.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단일업종 집중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의료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다각화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417320"/>
            <a:ext cx="5400904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3864" y="1417320"/>
            <a:ext cx="5400904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1618488"/>
            <a:ext cx="494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2464" y="1947672"/>
            <a:ext cx="494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4.1% 고정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2464" y="2377440"/>
            <a:ext cx="49437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대출 활용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86220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86220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6220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 및 임대차계약서 원본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2026-10-05T15:09:31Z</dcterms:created>
  <dcterms:modified xsi:type="dcterms:W3CDTF">2026-10-05T15:09:31Z</dcterms:modified>
</cp:coreProperties>
</file>