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income 포스처 테스트 문서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786384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리얼티코리아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박민호  |  리얼티코리아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지하2층~지상7층 규모의 올근생 빌딩입니다.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2층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분석: 핵심권역 소재 자산의 입지 특성 및 대지 지분 가치 확인 필요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구조: 매매 시장 적정가 수준 대비 임대수익 현황 분석 필요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향후 검토: 권역 개발 동향 및 공법상 변경 가능성 확인 필요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교통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053328" y="1481328"/>
            <a:ext cx="211714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교통 접근성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170475" y="1481328"/>
            <a:ext cx="34542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강남역·양재역 더블역세권 도보 4분 거리에 위치합니다.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566928" y="1481328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강남역·양재역 더블역세권 도보 4분 거리에 위치합니다.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66928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48256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172968" y="2048256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245059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2450592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172968" y="2450592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7" name="Shape 15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8" name="Text 16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지하2층~지상7층 규모의 올근생 빌딩입니다.</a:t>
            </a:r>
            <a:endParaRPr lang="en-US" sz="93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Roll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현황</a:t>
            </a:r>
            <a:endParaRPr lang="en-US" sz="23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1842973"/>
                <a:gridCol w="3071622"/>
                <a:gridCol w="3071622"/>
                <a:gridCol w="3071622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업종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월세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약국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1,200만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안과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1,100만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수익성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645920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1700784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755648"/>
            <a:ext cx="10728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9808" y="1975104"/>
            <a:ext cx="10728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순영업소득(NOI) 약 7.14억 원, 매입 Cap Rate 4.62%입니다.</a:t>
            </a:r>
            <a:endParaRPr lang="en-US" sz="93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 점검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 단일업종 집중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의료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업종 다각화 검토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23864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23864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52464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금리 변동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452464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4.1% 고정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452464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승계 대출 활용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포인트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0932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505663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관점에서 안정적 월 임대수익과 우량 메디컬 테넌트를 보유한 핵심 투자 자산입니다.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단계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Disclaimer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리얼티코리아 · 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2026-08-26T00:19:12Z</dcterms:created>
  <dcterms:modified xsi:type="dcterms:W3CDTF">2026-08-26T00:19:12Z</dcterms:modified>
</cp:coreProperties>
</file>