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3931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393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9164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9164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07822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18795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박민호  |  리얼티코리아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989320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549323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주요 상업·업무 권역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89320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6751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24373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0832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0832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984541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49133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149133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02920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02920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" y="309067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9224" y="3291840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91.6억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174.1억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108.1억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75.1억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59856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59856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388456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388456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88456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3327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3327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검토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3327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2221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2221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2221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2026-09-24T11:44:47Z</dcterms:created>
  <dcterms:modified xsi:type="dcterms:W3CDTF">2026-09-24T11:44:47Z</dcterms:modified>
</cp:coreProperties>
</file>