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19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8196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8196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2219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219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72968" y="22219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243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6243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6243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2026-08-16T06:16:25Z</dcterms:created>
  <dcterms:modified xsi:type="dcterms:W3CDTF">2026-08-16T06:16:25Z</dcterms:modified>
</cp:coreProperties>
</file>