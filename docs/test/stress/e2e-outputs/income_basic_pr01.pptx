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3639312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63931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91640" y="363931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691640" y="363931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4078224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" y="4187952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02920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박민호  |  리얼티코리아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308528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3120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473120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114136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78728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78728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919743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84335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084335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02920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67512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3308528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3120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Rate)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473120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6114136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78728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78728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8919743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84335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084335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중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502920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02920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대중교통 역세권 입지, 해당 권역 업무·상업 중심지 배후 수요 확보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2920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2648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2648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43000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규모: 해당 권역 소재 단독 빌딩 매입 기회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2920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2648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2648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143000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안정적 임대수익 기반 투자 매물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549323" y="14813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지하철 및 간선버스 인접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989320" y="19385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89320" y="19385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상권권역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549323" y="19385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주요 상업·업무 권역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989320" y="2505456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BEE3F8"/>
          </a:solidFill>
          <a:ln/>
        </p:spPr>
      </p:sp>
      <p:sp>
        <p:nvSpPr>
          <p:cNvPr id="13" name="Shape 10"/>
          <p:cNvSpPr/>
          <p:nvPr/>
        </p:nvSpPr>
        <p:spPr>
          <a:xfrm>
            <a:off x="5989320" y="2560320"/>
            <a:ext cx="36576" cy="5486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1"/>
          <p:cNvSpPr/>
          <p:nvPr/>
        </p:nvSpPr>
        <p:spPr>
          <a:xfrm>
            <a:off x="6135624" y="259689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135624" y="2798064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배후 상권 기반 안정적 임대 수요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건축 규제 확인 필요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 실물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45059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423160" y="245059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렌트롤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 (3억)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(2억)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67512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243730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08322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08322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984541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49133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149133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02920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02920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649224" y="3090672"/>
            <a:ext cx="10801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49224" y="3291840"/>
            <a:ext cx="10801807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31520" y="201168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01417" y="201168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48716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001417" y="248716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7.59억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31520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962656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01417" y="2962656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1520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438144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001417" y="3438144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174.1억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1520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913632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001417" y="3913632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31520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38912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001417" y="438912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1520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86460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001417" y="486460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91.6억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16900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9760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97600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174.1억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108.1억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91.6억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75.1억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397600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397600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543904" y="4160520"/>
            <a:ext cx="467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543904" y="4361688"/>
            <a:ext cx="467852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80" dirty="0"/>
          </a:p>
        </p:txBody>
      </p:sp>
      <p:sp>
        <p:nvSpPr>
          <p:cNvPr id="35" name="Text 3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493776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504748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23160" y="501091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31520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31520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59856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59856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388456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388456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388456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3327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3327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검토 (보증금, 월임대료, 관리비 실입금 내역 및 제소전화해조서)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3327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186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72221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9186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72221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9186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72221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02920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22376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2376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2026-09-29T02:22:25Z</dcterms:created>
  <dcterms:modified xsi:type="dcterms:W3CDTF">2026-09-29T02:22:25Z</dcterms:modified>
</cp:coreProperties>
</file>