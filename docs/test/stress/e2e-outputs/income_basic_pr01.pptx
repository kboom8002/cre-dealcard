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8503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8503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850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850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1879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2976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지하철역 역세권 (상세 확인 필요)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989320" y="197510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7510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549323" y="197510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989320" y="2606040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660904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697480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898648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용도지역·용도지구 기준 건폐율/용적률 상한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 및 접도 조건에 따른 건축 가능 면적 검토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개발행위허가 제한 여부 확인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및 을구 근저당·가압류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사항과 실물 현황 대조 점검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 분석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871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87168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87168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665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6654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6654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5156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5156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40500" y="1810512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740500" y="2807208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740500" y="3803904"/>
            <a:ext cx="468310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2026-09-20T11:57:36Z</dcterms:created>
  <dcterms:modified xsi:type="dcterms:W3CDTF">2026-09-20T11:57:36Z</dcterms:modified>
</cp:coreProperties>
</file>