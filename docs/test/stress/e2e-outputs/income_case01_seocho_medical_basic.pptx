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내 근생빌딩, 매각 희망가 165억.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77.6억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8.03%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서초권역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165억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181.8㎡)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어학원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429.8㎡)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임대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B1~B2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120평(약 396.7㎡)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7233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대형약국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47233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55평(약 181.8㎡)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13141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13141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6692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피부과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30773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7233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4F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7233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정형외과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47233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8048549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13141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5F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13141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213141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566928" y="462686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" y="473659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49808" y="495604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36" name="Text 3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 결함 없음)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양호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5억↑) 존속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가능합니다.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9554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7" name="Text 15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8154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임대차 구조를 기반으로 매월 안정적인 순영업소득(NOI) 창출이 기대됩니다.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2181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24" name="Text 22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80781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MD,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예측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가능한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현금흐름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노하우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프랜차이즈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본사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직매장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브랜드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가능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66928" y="5678424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788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487168" y="5751576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서초권역 핵심 상권의 희소성 높은 우량 자산으로, 안정적인 임대 수익과 향후 공법상 밸류업 및 권역 지가 상승에 따른 자본 이득(Capital Gain)을 동시에 실현할 수 있는 전략적 매물입니다.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2026-08-23T11:28:42Z</dcterms:created>
  <dcterms:modified xsi:type="dcterms:W3CDTF">2026-08-23T11:28:42Z</dcterms:modified>
</cp:coreProperties>
</file>