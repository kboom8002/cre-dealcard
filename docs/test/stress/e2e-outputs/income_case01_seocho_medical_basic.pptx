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NOI)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2.44%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### [참고] 핵심 현금흐름 3줄 요약 (내 돈 &amp; 월 순수익)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2026-08-26T00:19:15Z</dcterms:created>
  <dcterms:modified xsi:type="dcterms:W3CDTF">2026-08-26T00:19:15Z</dcterms:modified>
</cp:coreProperties>
</file>