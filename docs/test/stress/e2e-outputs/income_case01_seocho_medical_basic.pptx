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근생빌딩, 희망가 165억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3.33%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165억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 (120평(약 396.7㎡))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 (55평(약 181.8㎡))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(65평(약 214.9㎡))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 (65평(약 214.9㎡))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 (65평(약 214.9㎡))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 (65평(약 214.9㎡))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6F~7F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어학원 (130평(약 429.8㎡))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66928" y="47183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1830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172968" y="471830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7 · 공실 0) (전 층 만실 운영)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51572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15721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3172968" y="515721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5,950만 원/월 (관리비 별도 (0만 원))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66928" y="55961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55961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172968" y="559612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7.1억 원/년 (연간 총 임대료 수입)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9" name="Text 37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162.6억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2026-09-06T13:36:58Z</dcterms:created>
  <dcterms:modified xsi:type="dcterms:W3CDTF">2026-09-06T13:36:58Z</dcterms:modified>
</cp:coreProperties>
</file>