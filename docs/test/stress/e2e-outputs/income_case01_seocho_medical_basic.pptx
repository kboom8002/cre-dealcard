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근생빌딩, 매각 희망가 165억.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165억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907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 / 외 N건은 별첨 참조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임대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서초권역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2026-08-23T01:22:36Z</dcterms:created>
  <dcterms:modified xsi:type="dcterms:W3CDTF">2026-08-23T01:22:36Z</dcterms:modified>
</cp:coreProperties>
</file>