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소재 근생빌딩, 희망가 165억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77.6억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Rate, 기준: 총임대료 ÷ 매매가격)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425954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3.33%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⚠️ 역레버리지 구간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3.33% &lt; 금리 4.5%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서초권역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165억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005258"/>
                <a:gridCol w="1675430"/>
                <a:gridCol w="1675430"/>
                <a:gridCol w="1675430"/>
                <a:gridCol w="1675430"/>
                <a:gridCol w="1675430"/>
                <a:gridCol w="167543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전용면적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B1~B2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주차장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120평(약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396.7㎡)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대형약국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181.8㎡)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피부과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정형외과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치과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6F~7F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어학원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130평(약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429.8㎡)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현황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0.0%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(임대중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·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5,950만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원/월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별도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(0만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7.1억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총액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11.5억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B1~B2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주차장 (120평(약 396.7㎡))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대형약국 (55평(약 181.8㎡))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(65평(약 214.9㎡))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96265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3F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172968" y="296265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피부과 (65평(약 214.9㎡))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34015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4F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172968" y="3401568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정형외과 (65평(약 214.9㎡))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66928" y="38404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84048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5F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172968" y="384048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치과 (65평(약 214.9㎡))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66928" y="42793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27939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6F~7F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3172968" y="427939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어학원 (130평(약 429.8㎡))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566928" y="471830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471830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3172968" y="471830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0.0% (임대중 7 · 공실 0) (전 층 만실 운영)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566928" y="515721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515721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임대료 합계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3172968" y="515721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5,950만 원/월 (관리비 별도 (0만 원))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566928" y="55961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" y="55961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 수입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3172968" y="5596128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7.1억 원/년 (연간 총 임대료 수입)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38" name="Shape 36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39" name="Text 37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41" name="Text 3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B1~B2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주차장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3152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120평(약 396.7㎡)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대형약국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47233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55평(약 181.8㎡)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13141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3F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31520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피부과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430773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7233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4F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472330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정형외과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47233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8048549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13141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5F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213141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치과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8213141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566928" y="4215384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32" name="Shape 30"/>
          <p:cNvSpPr/>
          <p:nvPr/>
        </p:nvSpPr>
        <p:spPr>
          <a:xfrm>
            <a:off x="566928" y="427024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3" name="Text 31"/>
          <p:cNvSpPr/>
          <p:nvPr/>
        </p:nvSpPr>
        <p:spPr>
          <a:xfrm>
            <a:off x="749808" y="432511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49808" y="4544568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층별 임대 현황</a:t>
            </a:r>
            <a:endParaRPr lang="en-US" sz="930" dirty="0"/>
          </a:p>
        </p:txBody>
      </p:sp>
      <p:sp>
        <p:nvSpPr>
          <p:cNvPr id="35" name="Text 3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005258"/>
                <a:gridCol w="1675430"/>
                <a:gridCol w="1675430"/>
                <a:gridCol w="1675430"/>
                <a:gridCol w="1675430"/>
                <a:gridCol w="1675430"/>
                <a:gridCol w="167543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전용면적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B1~B2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주차장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120평(약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396.7㎡)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대형약국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181.8㎡)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피부과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정형외과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치과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6F~7F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어학원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130평(약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429.8㎡)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현황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0.0%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(임대중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·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5,950만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원/월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별도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(0만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7.1억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총액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11.5억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11.5억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80.1억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162.6억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4.39%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96.6억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80.1억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3.97%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63.6억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3.76%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0.30억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3.86%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0.49억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3.97%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2026-09-06T10:40:49Z</dcterms:created>
  <dcterms:modified xsi:type="dcterms:W3CDTF">2026-09-06T10:40:49Z</dcterms:modified>
</cp:coreProperties>
</file>