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근생빌딩, 매각 희망가 165억.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68.5억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61188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6674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2160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394106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서초권역 대로변 입지의 우량 메디컬 테넌트 만실 운영 자산입니다.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서초권역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현금흐름 3줄 요약 (내 돈 &amp; 월 순수익)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면책: 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실투자금 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68.5억 원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8879" y="221284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매매가(165억) - 대출(85억) - 보증금(11.5억)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2,763만 원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48879" y="334670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임대료(5,950만) - 월 이자(3,188만) (금리 4.5%)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4.84%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948879" y="448056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3.31억 원)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4.9억 원~약 6.0억 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948879" y="5614416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784287" y="6071616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48879" y="6199632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948879" y="6382512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3.0%–3.6%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948879" y="6748272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구간 추정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7784287" y="720547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8879" y="733348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948879" y="751636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-2.9%–6.4%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948879" y="788212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784287" y="833932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48879" y="846734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수익률(Gross Yield)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948879" y="865022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500" dirty="0"/>
          </a:p>
        </p:txBody>
      </p:sp>
      <p:sp>
        <p:nvSpPr>
          <p:cNvPr id="38" name="Text 36"/>
          <p:cNvSpPr/>
          <p:nvPr/>
        </p:nvSpPr>
        <p:spPr>
          <a:xfrm>
            <a:off x="7948879" y="901598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임대수입/매매가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7784287" y="947318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48879" y="960120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48879" y="978408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10,909,074원/평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948879" y="1014984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참고용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7784287" y="10607040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44" name="Shape 42"/>
          <p:cNvSpPr/>
          <p:nvPr/>
        </p:nvSpPr>
        <p:spPr>
          <a:xfrm>
            <a:off x="7784287" y="1066190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5" name="Text 43"/>
          <p:cNvSpPr/>
          <p:nvPr/>
        </p:nvSpPr>
        <p:spPr>
          <a:xfrm>
            <a:off x="7967167" y="107167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967167" y="10936224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47" name="Text 4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00474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4794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4794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4250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94250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94250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08341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2661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2661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02117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02117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02117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02117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2026-08-16T08:22:44Z</dcterms:created>
  <dcterms:modified xsi:type="dcterms:W3CDTF">2026-08-16T08:22:44Z</dcterms:modified>
</cp:coreProperties>
</file>