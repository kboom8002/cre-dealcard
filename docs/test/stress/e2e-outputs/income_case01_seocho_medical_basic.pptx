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근생빌딩, 매각 희망가 165억.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165억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서초권역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핵심 현금흐름 3줄 요약 (내 돈 &amp; 월 순수익)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8" name="Text 36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면책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2026-08-23T09:54:02Z</dcterms:created>
  <dcterms:modified xsi:type="dcterms:W3CDTF">2026-08-23T09:54:02Z</dcterms:modified>
</cp:coreProperties>
</file>