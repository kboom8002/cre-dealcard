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3.74%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 (95평(약 314.1㎡))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 (63평(약 208.3㎡))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 (전 층 만실 운영)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 (관리비 별도 (0만 원))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 (연간 총 임대료 수입)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 (임차인 보증금 합계)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NDA 체결 후 상세 제공 (개인정보 보호 처리)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0" name="Text 2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4.91%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2026-09-06T10:40:50Z</dcterms:created>
  <dcterms:modified xsi:type="dcterms:W3CDTF">2026-09-06T10:40:50Z</dcterms:modified>
</cp:coreProperties>
</file>