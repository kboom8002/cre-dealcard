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꼬마빌딩, 매각 희망가 58억.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마포권역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58억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(2개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2실)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5354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임대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(2개 호실 임대 중 / 총 2실)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0실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보증금 합계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마포권역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2026-08-23T01:22:36Z</dcterms:created>
  <dcterms:modified xsi:type="dcterms:W3CDTF">2026-08-23T01:22:36Z</dcterms:modified>
</cp:coreProperties>
</file>