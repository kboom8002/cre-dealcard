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내 꼬마빌딩, 매각 희망가 58억.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55억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3.74%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마포권역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58억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[교통] 교통 및 도로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170475" y="180136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53328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29514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170475" y="229514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내 주요 비즈니스 및 유동인구 풍부한 상권 입지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53328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78892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내 우수한 접근성과 높은 가시성을 갖춘 핵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70475" y="278892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6" name="Text 34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마포권역 입지의 안정적 운영 자산입니다.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2551809"/>
                <a:gridCol w="4253015"/>
                <a:gridCol w="42530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(2개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호실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/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2실)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임대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95평(약 314.1㎡)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7233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7233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63평(약 208.3㎡)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13141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(2개 호실 임대 중 / 총 2실)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13141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0실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6692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별도 (0만 원)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30773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7233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7233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47233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 임대료 수입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8048549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13141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13141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3.0억 원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213141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보증금 합계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566928" y="462686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" y="473659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49808" y="495604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36" name="Text 3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9554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7" name="Text 15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8154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임대차 구조를 기반으로 매월 안정적인 순영업소득(NOI) 창출이 기대됩니다.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2181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24" name="Text 22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80781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빌딩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마포권역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직주근접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소규모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개발업체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밸류업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66928" y="5678424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788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487168" y="5751576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마포권역 핵심 상권의 희소성 높은 우량 자산으로, 안정적인 임대 수익과 향후 공법상 밸류업 및 권역 지가 상승에 따른 자본 이득(Capital Gain)을 동시에 실현할 수 있는 전략적 매물입니다.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2026-08-23T09:54:02Z</dcterms:created>
  <dcterms:modified xsi:type="dcterms:W3CDTF">2026-08-23T09:54:02Z</dcterms:modified>
</cp:coreProperties>
</file>