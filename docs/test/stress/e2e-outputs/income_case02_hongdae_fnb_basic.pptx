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꼬마빌딩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꼬마빌딩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마포권역 내 꼬마빌딩, 매각 희망가 58억.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실투자금(내 돈)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55억 원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순수익률(Cap Rate)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3.74%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자기자본수익률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3.95%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{"ok":true,"mocked":true,"extractedFields":{"area_signal":"역…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빌딩, 어떤 자산인가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Rent Roll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Profit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172968" y="14173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 (누수/균열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 10년 미만으로 대규모 수선비용 발생 가능성 낮음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4314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4314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4314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914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914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냉난방 설비 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914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주기적 정기 점검 계약 유지로 관리 리스크 최소화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121701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21701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9" name="Shape 17"/>
          <p:cNvSpPr/>
          <p:nvPr/>
        </p:nvSpPr>
        <p:spPr>
          <a:xfrm>
            <a:off x="8121701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0" name="Text 18"/>
          <p:cNvSpPr/>
          <p:nvPr/>
        </p:nvSpPr>
        <p:spPr>
          <a:xfrm>
            <a:off x="8350301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350301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병의원/약국 인테리어 투자비(호실당 5억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350301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 3.5년 확보 및 만기 6개월 전 재계약 협상 개시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621792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5193792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5" name="Text 23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총평: 자산의 물리적·권리적 하자가 없으며, 세부 임대차 계약서 및 등기사항증명서는 LOI 접수 후 원본 열람 검토 여지가 있으나, 관련 법규·인허가·시설 요건의 현장 확인이 필요합니다..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78638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빌딩을 사야 하는가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95097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밸류업 시나리오 (AI 추정)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513892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24865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441448" y="5230368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 &gt; 밸류업 시나리오는 AI 추정이며 실제 시장 조건에 따라 다를 수 있습니다.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2026-08-16T08:22:44Z</dcterms:created>
  <dcterms:modified xsi:type="dcterms:W3CDTF">2026-08-16T08:22:44Z</dcterms:modified>
</cp:coreProperties>
</file>