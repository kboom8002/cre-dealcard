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 소재 꼬마빌딩, 희망가 58억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58.2억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3.74%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3.74%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마포권역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58억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B1~2F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F&amp;B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브런치펍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314.1㎡)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1,650만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3F~4F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디자인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스튜디오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208.3㎡)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2,350만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2.8억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실사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NDA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체결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제공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개인정보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B1~2F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F&amp;B 브런치펍 (95평(약 314.1㎡))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3F~4F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스튜디오 (63평(약 208.3㎡))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(임대중 2 · 공실 0) (전 층 만실 운영)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2,350만 원/월 (관리비 별도 (0만 원))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34015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172968" y="340156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2.8억 원/년 (연간 총 임대료 수입)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66928" y="38404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8404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172968" y="384048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3.0억 원 (임차인 보증금 합계)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66928" y="4279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27939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정보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172968" y="427939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NDA 체결 후 상세 제공 (개인정보 보호 처리)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29" name="Shape 27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30" name="Text 28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32" name="Text 3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B1~2F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F&amp;B 브런치펍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95평(약 314.1㎡)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3F~4F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스튜디오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47233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63평(약 208.3㎡)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분석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13141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비고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152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(임대중 2 · 공실 0)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층 만실 운영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30773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7233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47233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2,350만 원/월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47233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별도 (0만 원)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048549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13141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213141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2.8억 원/년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13141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총 임대료 수입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66928" y="421538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27024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43251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49808" y="454456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층별 임대 현황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B1~2F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F&amp;B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브런치펍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314.1㎡)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1,650만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3F~4F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디자인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스튜디오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208.3㎡)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2,350만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2.8억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실사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NDA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체결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제공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개인정보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2.67억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0.52억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61.2억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58.2억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4.85%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4.88%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4.89%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4.91%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BEE3F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자본조달 가이드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금융기관별 감정평가액 및 LTV 한도 사전 확인 필요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취득세(4.6%) 및 부대비용을 포함한 총소요자금 기반 에쿼티 조달 계획 수립 권장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빌딩을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0.12억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4.34%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0.19억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4.46%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2026-09-06T11:17:02Z</dcterms:created>
  <dcterms:modified xsi:type="dcterms:W3CDTF">2026-09-06T11:17:02Z</dcterms:modified>
</cp:coreProperties>
</file>