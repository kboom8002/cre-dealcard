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꼬마빌딩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마포권역 소재 꼬마빌딩, 희망가 58억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58.2억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3.74%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마포권역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58억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 (95평(약 314.1㎡))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 (63평(약 208.3㎡))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 (전 층 만실 운영)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962656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172968" y="2962656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 (관리비 별도 (0만 원))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40156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401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172968" y="3401568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 (연간 총 임대료 수입)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84048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172968" y="384048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3.0억 원 (임차인 보증금 합계)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27939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정보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172968" y="427939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NDA 체결 후 상세 제공 (개인정보 보호 처리)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29" name="Shape 2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30" name="Text 2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32" name="Text 30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B1~2F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F&amp;B 브런치펍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95평(약 314.1㎡)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3F~4F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스튜디오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63평(약 208.3㎡)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분석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152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0.0% (임대중 2 · 공실 0)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층 만실 운영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 합계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2,350만 원/월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별도 (0만 원)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 수입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3141" y="3255264"/>
            <a:ext cx="324703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2.8억 원/년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 임대료 수입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층별 임대 현황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005258"/>
                <a:gridCol w="1675430"/>
                <a:gridCol w="1675430"/>
                <a:gridCol w="1675430"/>
                <a:gridCol w="1675430"/>
                <a:gridCol w="1675430"/>
                <a:gridCol w="167543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전용면적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B1~2F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F&amp;B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브런치펍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314.1㎡)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1,650만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3F~4F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디자인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스튜디오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63평(약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208.3㎡)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10,000만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700만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미정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0.0%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(임대중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·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2,350만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별도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(0만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2.8억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총액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3.0억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제공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개인정보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0.52억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61.2억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4.89%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4.91%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사전 확인 필요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4.34%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0.19억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4.46%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2026-09-06T12:24:21Z</dcterms:created>
  <dcterms:modified xsi:type="dcterms:W3CDTF">2026-09-06T12:24:21Z</dcterms:modified>
</cp:coreProperties>
</file>