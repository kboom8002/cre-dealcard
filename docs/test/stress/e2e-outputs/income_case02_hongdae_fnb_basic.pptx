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꼬마빌딩, 매각 희망가 58억.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마포권역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58억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(2개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2실)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임대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72330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472330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13141" y="227685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(2개 호실 임대 중 / 총 2실)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213141" y="264261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0실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6692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307738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2330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72330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472330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8048549" y="331927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141" y="34472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13141" y="363016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213141" y="399592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보증금 합계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66928" y="462686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468172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4" name="Text 32"/>
          <p:cNvSpPr/>
          <p:nvPr/>
        </p:nvSpPr>
        <p:spPr>
          <a:xfrm>
            <a:off x="749808" y="473659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49808" y="495604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마포권역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2026-08-23T11:28:43Z</dcterms:created>
  <dcterms:modified xsi:type="dcterms:W3CDTF">2026-08-23T11:28:43Z</dcterms:modified>
</cp:coreProperties>
</file>