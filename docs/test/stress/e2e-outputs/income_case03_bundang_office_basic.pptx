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프라임오피스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243584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243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프라임오피스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920240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920240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320억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320억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분당권역 소재 프라임오피스, 희망가 320억 투자 검토 자료입니다.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320억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313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수익률(Cap Rate, 기준: 총임대료 ÷ 매매가격)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425954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3.84%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⚠️ 역레버리지 구간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수익률 3.84% &lt; 금리 4.5%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true,"mocked"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분당권역 소재 자산으로 중장기 자산 가치 및 안정적 수요 검토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구조: 320억 수준의 가격대 및 현 임대차 기반의 현금흐름 분석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점검: 계약서 및 공부 확인을 통한 권리관계·물리적 상태 정밀 진단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· 개별공시지가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오피스,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현황과 공실은 실제로 어떤가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돈 넣으면 수익이 나오는 딜인가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300억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비교사례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320.0억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14.72억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2.88억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337.6억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16.0억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160.0억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161.6억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321.6억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193.6억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161.6억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129.6억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오피스을 사야 하는가</a:t>
            </a:r>
            <a:endParaRPr lang="en-US" sz="2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023360"/>
          <a:ext cx="11057839" cy="914400"/>
        </p:xfrm>
        <a:graphic>
          <a:graphicData uri="http://schemas.openxmlformats.org/drawingml/2006/table">
            <a:tbl>
              <a:tblPr/>
              <a:tblGrid>
                <a:gridCol w="2764460"/>
                <a:gridCol w="2764460"/>
                <a:gridCol w="2764460"/>
                <a:gridCol w="27644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시나리오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NOI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개선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개선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Cap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Rate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투자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비용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②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현실화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(+5%)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0.65억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(+5%)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4.28%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불필요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③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리모델링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후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상승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1.04억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(+8%)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4.41%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15.00억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5193792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5303520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2487168" y="5266944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 ### 밸류업 시나리오 (AI 추정)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공부 발췌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표제부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(1512.5평)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2026-09-06T11:17:03Z</dcterms:created>
  <dcterms:modified xsi:type="dcterms:W3CDTF">2026-09-06T11:17:03Z</dcterms:modified>
</cp:coreProperties>
</file>