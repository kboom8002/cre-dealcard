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프라임오피스, 매각 희망가 320억.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분당권역 핵심 입지 및 우량 대지 지분 가치로 하방 경직성 확보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320억 대비 안정적인 월 임대수익 창출 구조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33360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3360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3061960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61960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1960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99792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99792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328392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8392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328392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66224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6224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Text 21"/>
          <p:cNvSpPr/>
          <p:nvPr/>
        </p:nvSpPr>
        <p:spPr>
          <a:xfrm>
            <a:off x="7594824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및 분쟁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94824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정상 임대차 상태 (임대료 연체 0건)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594824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분쟁 및 소송 이력 없음 (명도 리스크 극소)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32655" y="1417320"/>
            <a:ext cx="1992112" cy="3611880"/>
          </a:xfrm>
          <a:prstGeom prst="roundRect">
            <a:avLst>
              <a:gd name="adj" fmla="val 275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32655" y="1417320"/>
            <a:ext cx="1992112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8" name="Text 26"/>
          <p:cNvSpPr/>
          <p:nvPr/>
        </p:nvSpPr>
        <p:spPr>
          <a:xfrm>
            <a:off x="9861255" y="1618488"/>
            <a:ext cx="1534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금융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861255" y="1911096"/>
            <a:ext cx="1534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 (가압류/가처분 일체 없음)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861255" y="2377440"/>
            <a:ext cx="15349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기존 담보대출 85억(연 4.1%) 승계 적격 판정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2026-08-23T01:22:37Z</dcterms:created>
  <dcterms:modified xsi:type="dcterms:W3CDTF">2026-08-23T01:22:37Z</dcterms:modified>
</cp:coreProperties>
</file>