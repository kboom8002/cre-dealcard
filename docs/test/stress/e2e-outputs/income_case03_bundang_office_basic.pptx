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프라임오피스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프라임오피스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01952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901952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분당권역 소재 프라임오피스, 희망가 320억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42595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true,"mocked"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분당권역 업무·상업 중심지 배후 수요 확보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연 순수익률(Cap Rate) 3.84% 기반 안정적 임대수익 자산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대지 303평·연면적 1513평 규모 단독 빌딩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true,"mocked":true,"extractedFields":{"area_signal":"수내","asset_type":"건물명 비공개","price_band":"320억","size_signal":"580평(약 1917.4㎡)"},"extractedFacts":{"region":"수내","exactAddressCandidate":"해당 권역","assetType":"건물명 비공개","priceText":"320억","sizeText":"580평(약 1917.4㎡)","currentUse":"오피스","currentUseSignal":"근린생활시설","leaseSignal":"임대중","vacancySignal":"공실없음","tenantNames":,"unitRentTexts":,"sellerMotivationText":"자산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매물"},"detectedSensitiveFields":"exact_address","ambiguousFields":,"warnings":,"areaSignal":"수내","assetType":"건물명 비공개","priceBand":"320억","sizeSignal":"580평(약 1917.4㎡)","dealType":"매각","buildingName":"건물명 비공개","exactAddress":"분당구 수내동 12-4","totalFloorArea":1917.364,"buildYear":2015,"currentUseSignal":"근린생활시설","vacancySignal":"공실 없음","fitSummary":"수내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사옥형","budgetRange":{"min":70,"max":70,"display":"320억"},"preferredRegions":"강남","성수","assetTypes":"건물명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예산(320억)에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부탁드립니다.","title":"수내 역세권 도보 3분 이내 건물명 비공개 매각","shortSummary":"수내역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필요합니다.","kakaoText":"수내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{"ok":true,"mocked":true,"extractedFields":{"area_signal":"수내","asset_type":"[건물명 비공개]","price_band":"320억","size_signal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12,800만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15.4억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220.0억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매각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희망가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68.8%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true,"mocked":true,"extractedFields":{"area_signal":"수내","asset_type":"건물명 비공개","price_band":"320억","size_signal":"580평(약 1917.4㎡)"},"extractedFacts":{"region":"수내","exactAddressCandidate":"해당 권역","assetType":"건물명 비공개","priceText":"320억","sizeText":"580평(약 1917.4㎡)","currentUse":"오피스","currentUseSignal":"근린생활시설","leaseSignal":"공실","vacancySignal":"공실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매물"},"detectedSensitiveFields":"exact_address","ambiguousFields":,"warnings":,"areaSignal":"수내","assetType":"건물명 비공개","priceBand":"320억","sizeSignal":"580평(약 1917.4㎡)","dealType":"매각","buildingName":"건물명 비공개","exactAddress":"분당구 수내동 12-4","totalFloorArea":1917.364,"buildYear":2015,"currentUseSignal":"근린생활시설","vacancySignal":"공실 발생","fitSummary":"수내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사옥형","budgetRange":{"min":70,"max":70,"display":"320억"},"preferredRegions":"강남","성수","assetTypes":"건물명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예산(320억)에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부탁드립니다.","title":"수내 역세권 도보 3분 이내 건물명 비공개 매각","shortSummary":"수내역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필요합니다.","kakaoText":"수내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{"ok":true,"mocked":true,"extractedFields":{"area_signal":"수내","asset_type":"[건물명 비공개]","price_band":"320억","size_signal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14.72억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2.88억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193.6억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4.76%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129.6억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BEE3F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자본조달 가이드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금융기관별 감정평가액 및 LTV 한도 사전 확인 필요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취득세(4.6%) 및 부대비용을 포함한 총소요자금 기반 에쿼티 조달 계획 수립 권장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밸류애드 잠재력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임대 관리 및 자산 효율화를 통해 향후 중장기적인 자산 가치 상승을 기대할 수 있습니다. ### 밸류업 시나리오 (AI 추정)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0.65억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4.28%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1.04억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4.41%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4924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168" y="542239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{"ok":true,"mocked":true,"extractedFields":{"area_signal":"수내","asset_type":"[건물명 비공개]","price_band":"320억","size_signal":"580평(약 1917.4㎡)"},"extractedFacts":{"region":"수내","exactAddressCandidate":"해당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11건)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true,"mocked":true,"extractedFields":{"area_signal":"수내","asset_type":"[건물명 비공개]","price_band":"320억","size_signal":"580평(약 1917.4㎡)"},"extractedFacts":{"region":"수내","exactAddressCandidate":"해당 권역","assetType":"[건물명 비공개]","priceText":"320억","sizeText":"580평(약 1917.4㎡)","currentUse":"오피스","currentUseSignal":"근린생활시설","leaseSignal":"임대중","vacancySignal":"공실없음","tenantNames":[],"unitRentTexts":[],"sellerMotivationText":"자산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매물"]},"detectedSensitiveFields":["exact_address"],"ambiguousFields":[],"warnings":[],"areaSignal":"수내","assetType":"[건물명 비공개]","priceBand":"320억","sizeSignal":"580평(약 1917.4㎡)","dealType":"매각","buildingName":"[건물명 비공개]","exactAddress":"분당구 수내동 12-4","totalFloorArea":1917.364,"buildYear":2015,"currentUseSignal":"근린생활시설","vacancySignal":"공실 없음","fitSummary":"수내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사옥형","budgetRange":{"min":70,"max":70,"display":"320억"},"preferredRegions":["강남","성수"],"assetTypes":["[건물명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예산(320억)에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부탁드립니다.","title":"수내 역세권 도보 3분 이내 [건물명 비공개] 매각","shortSummary":"수내역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필요합니다.","kakaoText":"수내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2026-09-17T08:53:38Z</dcterms:created>
  <dcterms:modified xsi:type="dcterms:W3CDTF">2026-09-17T08:53:38Z</dcterms:modified>
</cp:coreProperties>
</file>