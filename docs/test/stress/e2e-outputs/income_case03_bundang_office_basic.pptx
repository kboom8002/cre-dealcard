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37710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170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4170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18728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188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5188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66928" y="4901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3036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534009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534009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530352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6,050만 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임대료(12,800만) - 월 이자(6,750만) (금리 4.5%)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7.26억 원)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152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11.1억 원~약 13.4억 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 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3.5%–4.2%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가정 운영비 기준 구간 추정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13141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-1.8%–7.0%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### [참고] 핵심 현금흐름 3줄 요약 (내 돈 &amp; 월 순수익) | 핵심 지표 | 금액 / 수익률 | 산출 기준 |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2026-08-25T13:22:52Z</dcterms:created>
  <dcterms:modified xsi:type="dcterms:W3CDTF">2026-08-25T13:22:52Z</dcterms:modified>
</cp:coreProperties>
</file>