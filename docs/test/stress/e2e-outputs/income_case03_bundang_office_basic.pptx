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프라임오피스, 매각 희망가 320억.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37710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170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4170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18728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188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5188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997467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62059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62059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66928" y="4901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534009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534009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530352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분당권역 핵심 입지 및 우량 대지 지분 가치로 하방 경직성 확보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분당권역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5528920"/>
                <a:gridCol w="5528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12800만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15.4억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0782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임차인명 및 상세 정보는 개인정보 보호를 위해 비공개 처리되었습니다.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핵심 현금흐름 3줄 요약 (내 돈 &amp; 월 순수익)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실투자금 (내 돈)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0억 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매매가(320억) - 대출(180억) - 보증금(220억)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6,050만 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임대료(12,800만) - 월 이자(6,750만) (금리 4.5%)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0%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7.26억 원)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11.1억 원~약 13.4억 원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3.5%–4.2%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구간 추정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-1.8%–7.0%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8" name="Text 36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면책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2026-08-23T09:54:02Z</dcterms:created>
  <dcterms:modified xsi:type="dcterms:W3CDTF">2026-08-23T09:54:02Z</dcterms:modified>
</cp:coreProperties>
</file>