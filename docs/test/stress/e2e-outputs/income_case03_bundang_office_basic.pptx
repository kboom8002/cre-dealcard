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프라임오피스, 매각 희망가 320억.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현금흐름 3줄 요약 (내 돈 &amp; 월 순수익)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면책: 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실투자금 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0억 원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948879" y="221284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매매가(320억) - 대출(180억) - 보증금(220억)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6,050만 원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48879" y="334670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임대료(12,800만) - 월 이자(6,750만) (금리 4.5%)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0%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7948879" y="448056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7.26억 원)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11.1억 원~약 13.4억 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48879" y="5614416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84287" y="6071616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48879" y="6199632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948879" y="6382512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3.5%–4.2%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948879" y="6748272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구간 추정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784287" y="720547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8879" y="73334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948879" y="751636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-1.8%–7.0%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948879" y="788212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784287" y="833932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48879" y="846734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수익률(Gross Yield)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948879" y="865022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500" dirty="0"/>
          </a:p>
        </p:txBody>
      </p:sp>
      <p:sp>
        <p:nvSpPr>
          <p:cNvPr id="38" name="Text 36"/>
          <p:cNvSpPr/>
          <p:nvPr/>
        </p:nvSpPr>
        <p:spPr>
          <a:xfrm>
            <a:off x="7948879" y="901598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임대수입/매매가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7784287" y="947318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48879" y="960120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48879" y="978408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21,156,992원/평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948879" y="1014984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참고용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784287" y="10607040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44" name="Shape 42"/>
          <p:cNvSpPr/>
          <p:nvPr/>
        </p:nvSpPr>
        <p:spPr>
          <a:xfrm>
            <a:off x="7784287" y="10661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5" name="Text 43"/>
          <p:cNvSpPr/>
          <p:nvPr/>
        </p:nvSpPr>
        <p:spPr>
          <a:xfrm>
            <a:off x="7967167" y="107167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967167" y="10936224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2026-08-16T08:22:45Z</dcterms:created>
  <dcterms:modified xsi:type="dcterms:W3CDTF">2026-08-16T08:22:45Z</dcterms:modified>
</cp:coreProperties>
</file>