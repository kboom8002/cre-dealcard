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프라임오피스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프라임오피스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920240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920240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분당권역 소재 프라임오피스, 희망가 320억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13834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8426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Rate, 기준: NOI)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8426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3.84%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060741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5333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5333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true,"mocked"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분당권역 소재 자산으로 중장기 자산 가치 및 안정적 수요 검토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320억 수준의 가격대 및 현 임대차 기반의 현금흐름 분석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 상세 정보는 담당 브로커를 통해 확인하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053328" y="197510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53328" y="1975104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[건물] 주변 상권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170475" y="1975104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분당권역 내 주요 비즈니스 및 유동인구 풍부한 상권 입지 ### [성장] 입지 평가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053328" y="246888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53328" y="2468880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분당권역 내 위치하며 접근성과 가시성이 양호한 입지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170475" y="2468880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오피스,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물리적 상태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준공연도 확인 필요, 구조 확인 필요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누수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Bef>
                <a:spcPts val="600"/>
              </a:spcBef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균열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Bef>
                <a:spcPts val="600"/>
              </a:spcBef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설비 노후 여부 현장 점검 필요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3821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3821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456681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및 설비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6681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정보 확인 필요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6681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정기검사 이력, 냉난방 설비 상태 확인 필요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09509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09509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8" name="Text 16"/>
          <p:cNvSpPr/>
          <p:nvPr/>
        </p:nvSpPr>
        <p:spPr>
          <a:xfrm>
            <a:off x="8338109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이탈 위험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38109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계약 현황 LOI 접수 후 열람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338109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잔여 계약기간(WALE), 임차인 신용도 확인 필요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상세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517904"/>
            <a:ext cx="6492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1874520"/>
            <a:ext cx="6492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오피스을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5368900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325880"/>
            <a:ext cx="5368900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Shape 6"/>
          <p:cNvSpPr/>
          <p:nvPr/>
        </p:nvSpPr>
        <p:spPr>
          <a:xfrm>
            <a:off x="795528" y="1600200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1600200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95528" y="2039112"/>
            <a:ext cx="491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확실한 월 현금흐름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95528" y="2468880"/>
            <a:ext cx="4911700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2624328"/>
            <a:ext cx="49117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 및 공실률을 반영한 순영업소득(NOI) 분석은 수익분석 섹션을 참조하시기 바랍니다.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55868" y="1325880"/>
            <a:ext cx="5368900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5868" y="1325880"/>
            <a:ext cx="5368900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6484468" y="1600200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6" name="Text 14"/>
          <p:cNvSpPr/>
          <p:nvPr/>
        </p:nvSpPr>
        <p:spPr>
          <a:xfrm>
            <a:off x="6484468" y="1600200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84468" y="2039112"/>
            <a:ext cx="491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상승 및 출구 전략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84468" y="2468880"/>
            <a:ext cx="4911700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84468" y="2624328"/>
            <a:ext cx="49117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현행 공법 여력을 활용한 밸류업 기회와 더불어 향후 권역 지가 상승에 따른 시세차익 실현이 유력합니다. ### 예상 매수자 유형 (AI 분석)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유형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자산운용사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(임대형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펀드)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최적합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안정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법인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자가사용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(사옥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매입)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분당권역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브랜드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가치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규모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협업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필요,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안정성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↑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566928" y="5522976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9808" y="5632704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2487168" y="5596128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종합 가치 제안: 분당권역 소재 프라임오피스으로, 입지 및 자산 특성에 대한 상세 분석은 본문을 참조하시기 바랍니다. ### 3대 핵심 투자 포인트 (Investment Highlights) • 원금 안전판 확보: 분당권역 소재 자산으로, 대지 지분 가치 및 입지 경쟁력에 대한 분석은 자산 개요 섹션을 참조하시기 바랍니다.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관심 표명 → 담당자 연락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485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28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422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36422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422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422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 → 임차인 정보 및 임대차계약서 제공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044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87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81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64981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981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3단계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981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일정 조율 → 건물 컨디션 및 설비 직접 확인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860307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34627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54083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6" name="Text 24"/>
          <p:cNvSpPr/>
          <p:nvPr/>
        </p:nvSpPr>
        <p:spPr>
          <a:xfrm>
            <a:off x="9354083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354083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4단계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354083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LOI(투자의향서) 제출 → 가격 협의 개시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2026-08-26T00:19:16Z</dcterms:created>
  <dcterms:modified xsi:type="dcterms:W3CDTF">2026-08-26T00:19:16Z</dcterms:modified>
</cp:coreProperties>
</file>