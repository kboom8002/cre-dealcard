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프라임오피스, 매각 희망가 320억.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분당권역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320억 대비 안정적인 월 임대수익 창출 구조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2026-08-23T11:28:43Z</dcterms:created>
  <dcterms:modified xsi:type="dcterms:W3CDTF">2026-08-23T11:28:43Z</dcterms:modified>
</cp:coreProperties>
</file>