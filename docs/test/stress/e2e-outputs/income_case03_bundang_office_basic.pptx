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소재 프라임오피스, 희망가 320억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3.84% &lt; 금리 4.5%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분당권역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320억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14.72억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337.6억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2026-09-06T11:21:56Z</dcterms:created>
  <dcterms:modified xsi:type="dcterms:W3CDTF">2026-09-06T11:21:56Z</dcterms:modified>
</cp:coreProperties>
</file>