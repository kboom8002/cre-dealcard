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243584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2435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프라임오피스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920240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920240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분당권역 내 프라임오피스, 매각 희망가 320억.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320억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8426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3.84%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25333" y="2276856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true,"mocked"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170475" y="14813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{"ok":true,"mocked":true,"extractedFields":{"area_signal":"역…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9" name="Shape 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오피스,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DBEAFE"/>
          </a:solidFill>
          <a:ln/>
        </p:spPr>
      </p:sp>
      <p:sp>
        <p:nvSpPr>
          <p:cNvPr id="10" name="Shape 8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1" name="Text 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도로변 우수한 가시성 확보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제3종일반주거지역 법정 용적률 완비 자산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침대용 승강기 완비로 병의원 입점 최적화 구조</a:t>
            </a:r>
            <a:endParaRPr lang="en-US" sz="930" dirty="0"/>
          </a:p>
        </p:txBody>
      </p:sp>
      <p:sp>
        <p:nvSpPr>
          <p:cNvPr id="13" name="Shape 11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DBEAFE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 준공 신축급 상태로 누수·균열 0건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단독 법인 소유로 권리관계 투명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1금융권 담보대출 85억 원 승계 적격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12800만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15.4억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89534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임차인명 및 상세 정보는 개인정보 보호를 위해 비공개 처리되었습니다.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4169664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4224528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42793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498848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임차인명 및 상세 정보는 개인정보 보호를 위해 비공개 처리되었습니다.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오피스을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밸류업 시나리오 (AI 추정)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57839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11057839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2026-08-16T06:16:34Z</dcterms:created>
  <dcterms:modified xsi:type="dcterms:W3CDTF">2026-08-16T06:16:34Z</dcterms:modified>
</cp:coreProperties>
</file>