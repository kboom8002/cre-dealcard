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신축근생, 매각 희망가 88억.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83억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361188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6674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2160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394106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성수권역 대로변 입지의 우량 메디컬 테넌트 만실 운영 자산입니다.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성수권역 대로변 입지의 우량 메디컬 테넌트 만실 운영 자산입니다.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2026-08-16T08:22:45Z</dcterms:created>
  <dcterms:modified xsi:type="dcterms:W3CDTF">2026-08-16T08:22:45Z</dcterms:modified>
</cp:coreProperties>
</file>