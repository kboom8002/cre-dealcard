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소재 신축근생, 희망가 88억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87.8억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3.26%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성수권역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88억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0.79억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4.4억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53.2억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44.4억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2026-09-06T12:24:22Z</dcterms:created>
  <dcterms:modified xsi:type="dcterms:W3CDTF">2026-09-06T12:24:22Z</dcterms:modified>
</cp:coreProperties>
</file>