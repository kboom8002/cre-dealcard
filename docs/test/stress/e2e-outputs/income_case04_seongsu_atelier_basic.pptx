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NOI)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1,450만 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임대료(3,100만) - 월 이자(1,650만) ([주의] 대출금 미입력 → LTV 50%·금리 4.5% AI 가정, 실제 조건과 다를 수 있음)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4.46%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1.74억 원)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2.6억 원~약 3.1억 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 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2.9%–3.5%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가정 운영비 기준 구간 추정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-3.1%–6.2%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| 핵심 지표 | 금액 / 수익률 | 산출 기준 |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성수권역 소재 신축근생으로, 입지 및 자산 특성에 대한 상세 분석은 본문을 참조하시기 바랍니다. ### 3대 핵심 투자 포인트 (Investment Highlights) • 원금 안전판 확보: 성수권역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2026-08-26T00:19:16Z</dcterms:created>
  <dcterms:modified xsi:type="dcterms:W3CDTF">2026-08-26T00:19:16Z</dcterms:modified>
</cp:coreProperties>
</file>