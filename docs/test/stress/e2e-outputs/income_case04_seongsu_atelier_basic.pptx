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신축근생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신축근생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소재 신축근생, 희망가 88억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42595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87.8억 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true,"mocked"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성수권역 업무·상업 중심지 배후 수요 확보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연 순수익률(Cap Rate) 3.26% 기반 안정적 임대수익 자산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대지 303평·연면적 1513평 규모 단독 빌딩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true,"mocked":true,"extractedFields":{"area_signal":"성","asset_type":"건물명 비공개","price_band":"88억","size_signal":"580평(약 1917.4㎡)"},"extractedFacts":{"region":"성","exactAddressCandidate":"해당 권역가 685-12","assetType":"건물명 비공개","priceText":"88억","sizeText":"580평(약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매물"},"detectedSensitiveFields":"exact_address","ambiguousFields":,"warnings":,"areaSignal":"성","assetType":"건물명 비공개","priceBand":"88억","sizeSignal":"580평(약 1917.4㎡)","dealType":"매각","buildingName":"건물명 비공개","exactAddress":"성동구 성수동1가 685-12","totalFloorArea":1917.364,"buildYear":2015,"currentUseSignal":"근린생활시설","vacancySignal":"공실 없음","fitSummary":"성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사옥형","budgetRange":{"min":70,"max":70,"display":"88억"},"preferredRegions":"강남","성수","assetTypes":"건물명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예산(88억)에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부탁드립니다.","title":"성 역세권 도보 3분 이내 건물명 비공개 매각","shortSummary":"성역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필요합니다.","kakaoText":"성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{"ok":true,"mocked":true,"extractedFields":{"area_signal":"성","asset_type":"[건물명 비공개]","price_band":"88억","size_signal":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3,100만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매각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희망가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true,"mocked":true,"extractedFields":{"area_signal":"성","asset_type":"건물명 비공개","price_band":"88억","size_signal":"580평(약 1917.4㎡)"},"extractedFacts":{"region":"성","exactAddressCandidate":"해당 권역가 685-12","assetType":"건물명 비공개","priceText":"88억","sizeText":"580평(약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매물"},"detectedSensitiveFields":"exact_address","ambiguousFields":,"warnings":,"areaSignal":"성","assetType":"건물명 비공개","priceBand":"88억","sizeSignal":"580평(약 1917.4㎡)","dealType":"매각","buildingName":"건물명 비공개","exactAddress":"성동구 성수동1가 685-12","totalFloorArea":1917.364,"buildYear":2015,"currentUseSignal":"근린생활시설","vacancySignal":"공실 발생","fitSummary":"성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사옥형","budgetRange":{"min":70,"max":70,"display":"88억"},"preferredRegions":"강남","성수","assetTypes":"건물명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예산(88억)에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부탁드립니다.","title":"성 역세권 도보 3분 이내 건물명 비공개 매각","shortSummary":"성역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필요합니다.","kakaoText":"성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{"ok":true,"mocked":true,"extractedFields":{"area_signal":"성","asset_type":"[건물명 비공개]","price_band":"88억","size_signal":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92.8억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44.4억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4.21%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3.33%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밸류애드 잠재력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임대 관리 및 자산 효율화를 통해 향후 중장기적인 자산 가치 상승을 기대할 수 있습니다. ### 밸류업 시나리오 (AI 추정)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0.25억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3.88%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4924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168" y="542239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{"ok":true,"mocked":true,"extractedFields":{"area_signal":"성","asset_type":"[건물명 비공개]","price_band":"88억","size_signal":"580평(약 1917.4㎡)"},"extractedFacts":{"region":"성","exactAddressCandidate":"해당 권역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11건)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true,"mocked":true,"extractedFields":{"area_signal":"성","asset_type":"[건물명 비공개]","price_band":"88억","size_signal":"580평(약 1917.4㎡)"},"extractedFacts":{"region":"성","exactAddressCandidate":"해당 권역가 685-12","assetType":"[건물명 비공개]","priceText":"88억","sizeText":"580평(약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매물"]},"detectedSensitiveFields":["exact_address"],"ambiguousFields":[],"warnings":[],"areaSignal":"성","assetType":"[건물명 비공개]","priceBand":"88억","sizeSignal":"580평(약 1917.4㎡)","dealType":"매각","buildingName":"[건물명 비공개]","exactAddress":"성동구 성수동1가 685-12","totalFloorArea":1917.364,"buildYear":2015,"currentUseSignal":"근린생활시설","vacancySignal":"공실 없음","fitSummary":"성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사옥형","budgetRange":{"min":70,"max":70,"display":"88억"},"preferredRegions":["강남","성수"],"assetTypes":["[건물명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예산(88억)에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부탁드립니다.","title":"성 역세권 도보 3분 이내 [건물명 비공개] 매각","shortSummary":"성역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필요합니다.","kakaoText":"성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2026-09-17T08:53:40Z</dcterms:created>
  <dcterms:modified xsi:type="dcterms:W3CDTF">2026-09-17T08:53:40Z</dcterms:modified>
</cp:coreProperties>
</file>