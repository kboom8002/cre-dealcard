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6B8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신축근생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신축근생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 내 신축근생, 매각 희망가 88억.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88억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실투자금(내 돈)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83억 원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순수익률(Cap Rate)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3.26%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자기자본수익률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3.45%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170475" y="148132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{"ok":true,"mocked":true,"extractedFields":{"area_signal":"역…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0" name="Shape 8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1" name="Text 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Rent Roll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Profit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4173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172968" y="14173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78638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" y="950976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밸류업 시나리오 (AI 추정)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5138928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8F5CC"/>
          </a:solidFill>
          <a:ln w="10160">
            <a:solidFill>
              <a:srgbClr val="A3D9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24865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441448" y="5230368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 &gt; 밸류업 시나리오는 AI 추정이며 실제 시장 조건에 따라 다를 수 있습니다.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7839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11057839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자료(등기·임대차계약서) 및 1:1 비밀 상담은 담당 전문 중개사를 통해 제공됩니다.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2026-08-16T06:16:35Z</dcterms:created>
  <dcterms:modified xsi:type="dcterms:W3CDTF">2026-08-16T06:16:35Z</dcterms:modified>
</cp:coreProperties>
</file>