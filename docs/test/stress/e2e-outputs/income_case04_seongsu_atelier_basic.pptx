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신축근생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신축근생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매각 희망가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377108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41700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등급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541700" y="171907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187288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1880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51880" y="171907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8997467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62059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자산유형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162059" y="171907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신축근생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66928" y="34290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75818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386791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386791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07008" y="383133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성수권역 소재 자산으로 중장기 자산 가치 및 안정적 수요 검토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45312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6656" y="456285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456285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07008" y="4526280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88억 수준의 가격대 및 현 임대차 기반의 현금흐름 분석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148072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5257800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" y="525780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207008" y="5221224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4.05억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0.79억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92.8억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4.4억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44.0억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44.4억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53.2억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44.4억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0.16억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0.25억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3.88%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2026-09-05T11:13:21Z</dcterms:created>
  <dcterms:modified xsi:type="dcterms:W3CDTF">2026-09-05T11:13:21Z</dcterms:modified>
</cp:coreProperties>
</file>