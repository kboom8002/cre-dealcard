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내 신축근생, 매각 희망가 88억.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83억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성수권역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88억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[교통] 교통 및 도로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170475" y="180136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53328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29514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70475" y="229514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내 주요 비즈니스 및 유동인구 풍부한 상권 입지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53328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78892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내 우수한 접근성과 높은 가시성을 갖춘 핵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70475" y="278892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6" name="Text 34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성수권역 입지의 안정적 운영 자산입니다.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핵심 현금흐름 3줄 요약 (내 돈 &amp; 월 순수익)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실투자금 (내 돈)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39억 원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매매가(88억) - 대출(44억) - 보증금(5억)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매달 통장에 꽂히는 돈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약 1,450만 원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7233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임대료(3,100만) - 월 이자(1,650만) (LTV 50%·금리 4.5% 가정)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내 돈 대비 연 수익률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4.46%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13141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대비 연 순수익(약 1.74억 원)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순영업소득(남는 돈 NOI)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2.6억 원~약 3.1억 원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운영비 차감 후 실질 순수익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30773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7233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7233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2.9%–3.5%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47233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대비 구간 추정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8048549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13141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5년 보유 시 투자수익률(IRR)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13141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-3.1%–6.2%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213141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추정, 참고용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56692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4980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바탕으로 안정적인 현금흐름 창출과 중장기 자산 가치 상승을 동시에 실현할 수 있는 우량 투자 기회입니다.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618728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7" name="Shape 35"/>
          <p:cNvSpPr/>
          <p:nvPr/>
        </p:nvSpPr>
        <p:spPr>
          <a:xfrm>
            <a:off x="618728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8" name="Text 36"/>
          <p:cNvSpPr/>
          <p:nvPr/>
        </p:nvSpPr>
        <p:spPr>
          <a:xfrm>
            <a:off x="637016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[주의] 면책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37016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추정값 (참고용). 실제 수익은 임대차 조건·공실률·세금에 따라 상이합니다.</a:t>
            </a:r>
            <a:endParaRPr lang="en-US" sz="930" dirty="0"/>
          </a:p>
        </p:txBody>
      </p:sp>
      <p:sp>
        <p:nvSpPr>
          <p:cNvPr id="40" name="Text 3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 결함 없음)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33360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3360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3061960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061960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양호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1960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99792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99792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5328392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328392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5억↑) 존속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328392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66224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6224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Text 21"/>
          <p:cNvSpPr/>
          <p:nvPr/>
        </p:nvSpPr>
        <p:spPr>
          <a:xfrm>
            <a:off x="7594824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및 분쟁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594824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정상 임대차 상태 (임대료 연체 0건)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594824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분쟁 및 소송 이력 없음 (명도 리스크 극소)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632655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32655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8" name="Text 26"/>
          <p:cNvSpPr/>
          <p:nvPr/>
        </p:nvSpPr>
        <p:spPr>
          <a:xfrm>
            <a:off x="9861255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금융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861255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 (가압류/가처분 일체 없음)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861255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기존 담보대출 85억(연 4.1%) 승계 적격 판정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가능합니다.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9554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7" name="Text 15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8154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임대차 구조를 기반으로 매월 안정적인 순영업소득(NOI) 창출이 기대됩니다.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2181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24" name="Text 22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781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MD,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예측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현금흐름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노하우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프랜차이즈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본사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직매장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브랜드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성수권역 핵심 상권의 희소성 높은 우량 자산으로, 안정적인 임대 수익과 향후 공법상 밸류업 및 권역 지가 상승에 따른 자본 이득(Capital Gain)을 동시에 실현할 수 있는 전략적 매물입니다.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2026-08-23T01:22:37Z</dcterms:created>
  <dcterms:modified xsi:type="dcterms:W3CDTF">2026-08-23T01:22:37Z</dcterms:modified>
</cp:coreProperties>
</file>