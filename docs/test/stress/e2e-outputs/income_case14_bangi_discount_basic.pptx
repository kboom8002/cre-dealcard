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내 근생빌딩, 매각 희망가 72억.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26.2억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7.76%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송파권역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72억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송파권역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노하우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프랜차이즈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직매장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송파권역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2026-08-23T01:22:40Z</dcterms:created>
  <dcterms:modified xsi:type="dcterms:W3CDTF">2026-08-23T01:22:40Z</dcterms:modified>
</cp:coreProperties>
</file>