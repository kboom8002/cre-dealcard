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송파권역 소재 근생빌딩, 희망가 72억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30.2억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2.82%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2.82% &lt; 금리 4.5%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송파권역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72억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3.31억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0.65억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76.0억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3.6억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36.4억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36.4억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0.11억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3.27%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0.18억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3.37%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2026-09-06T11:22:02Z</dcterms:created>
  <dcterms:modified xsi:type="dcterms:W3CDTF">2026-09-06T11:22:02Z</dcterms:modified>
</cp:coreProperties>
</file>