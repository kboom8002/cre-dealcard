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근생빌딩, 매각 희망가 72억.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7.76%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송파권역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72억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핵심 현금흐름 3줄 요약 (내 돈 &amp; 월 순수익)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매매가(72억) - 대출(42억) - 보증금(3.8억)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625만 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임대료(2,200만) - 월 이자(1,575만) (금리 4.5%)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2.86%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0.75억 원)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1.8억 원~약 2.2억 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2.5%–3.1%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-4.2%–5.6%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8" name="Text 36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면책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2026-08-23T09:54:05Z</dcterms:created>
  <dcterms:modified xsi:type="dcterms:W3CDTF">2026-08-23T09:54:05Z</dcterms:modified>
</cp:coreProperties>
</file>