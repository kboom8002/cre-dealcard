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근생빌딩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근생빌딩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72억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72억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송파권역 소재 근생빌딩, 희망가 72억 투자 검토 자료입니다.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72억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30.2억 원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313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수익률(Cap Rate, 기준: 총임대료 ÷ 매매가격)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425954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2.82%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⚠️ 역레버리지 구간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수익률 2.82% &lt; 금리 4.5%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송파권역 소재 자산으로 중장기 자산 가치 및 안정적 수요 검토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구조: 72억 수준의 가격대 및 현 임대차 기반의 현금흐름 분석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점검: 계약서 및 공부 확인을 통한 권리관계·물리적 상태 정밀 진단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· 개별공시지가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건물,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현황과 공실은 실제로 어떤가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돈 넣으면 수익이 나오는 딜인가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300억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66928" y="299923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566928" y="305409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49808" y="3108960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49808" y="3328416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비교사례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72.0억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3.31억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0.65억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76.0억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3.6억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36.0억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36.4억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72.4억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43.6억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36.4억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29.2억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건물을 사야 하는가</a:t>
            </a:r>
            <a:endParaRPr lang="en-US" sz="2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023360"/>
          <a:ext cx="11057839" cy="914400"/>
        </p:xfrm>
        <a:graphic>
          <a:graphicData uri="http://schemas.openxmlformats.org/drawingml/2006/table">
            <a:tbl>
              <a:tblPr/>
              <a:tblGrid>
                <a:gridCol w="2764460"/>
                <a:gridCol w="2764460"/>
                <a:gridCol w="2764460"/>
                <a:gridCol w="27644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시나리오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NOI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Cap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Rate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투자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비용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②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현실화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(+5%)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0.11억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(+5%)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3.27%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불필요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③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리모델링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후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상승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0.18억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(+8%)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3.37%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15.00억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5193792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5303520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2487168" y="5266944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 ### 밸류업 시나리오 (AI 추정)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공부 발췌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표제부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(1512.5평)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2026-09-05T11:13:27Z</dcterms:created>
  <dcterms:modified xsi:type="dcterms:W3CDTF">2026-09-05T11:13:27Z</dcterms:modified>
</cp:coreProperties>
</file>