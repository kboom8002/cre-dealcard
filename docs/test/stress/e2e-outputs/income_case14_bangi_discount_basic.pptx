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송파권역 소재 근생빌딩, 희망가 72억 원 투자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 ÷ 매매가격)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42595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2.82%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30.2억 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true,"mocked"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송파권역 업무·상업 중심지 배후 수요 확보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연 순수익률(Cap Rate) 2.82% 기반 안정적 임대수익 자산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대지 303평·연면적 1513평 규모 단독 빌딩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true,"mocked":true,"extractedFields":{"area_signal":"방이","asset_type":"건물명 비공개","price_band":"72억","size_signal":"580평(약 1917.4㎡)"},"extractedFacts":{"region":"방이","exactAddressCandidate":"해당 권역","assetType":"건물명 비공개","priceText":"72억","sizeText":"580평(약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매물"},"detectedSensitiveFields":"exact_address","ambiguousFields":,"warnings":,"areaSignal":"방이","assetType":"건물명 비공개","priceBand":"72억","sizeSignal":"580평(약 1917.4㎡)","dealType":"매각","buildingName":"건물명 비공개","exactAddress":"송파구 방이동 185-4","totalFloorArea":1917.364,"buildYear":2015,"currentUseSignal":"근린생활시설","vacancySignal":"공실 없음","fitSummary":"방이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사옥형","budgetRange":{"min":70,"max":70,"display":"72억"},"preferredRegions":"강남","성수","assetTypes":"건물명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예산(72억)에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부탁드립니다.","title":"방이 역세권 도보 3분 이내 건물명 비공개 매각","shortSummary":"방이역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필요합니다.","kakaoText":"방이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{"ok":true,"mocked":true,"extractedFields":{"area_signal":"방이","asset_type":"[건물명 비공개]","price_band":"72억","size_signal"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2,200만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2.6억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매각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희망가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true,"mocked":true,"extractedFields":{"area_signal":"방이","asset_type":"건물명 비공개","price_band":"72억","size_signal":"580평(약 1917.4㎡)"},"extractedFacts":{"region":"방이","exactAddressCandidate":"해당 권역","assetType":"건물명 비공개","priceText":"72억","sizeText":"580평(약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매물"},"detectedSensitiveFields":"exact_address","ambiguousFields":,"warnings":,"areaSignal":"방이","assetType":"건물명 비공개","priceBand":"72억","sizeSignal":"580평(약 1917.4㎡)","dealType":"매각","buildingName":"건물명 비공개","exactAddress":"송파구 방이동 185-4","totalFloorArea":1917.364,"buildYear":2015,"currentUseSignal":"근린생활시설","vacancySignal":"공실 발생","fitSummary":"방이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사옥형","budgetRange":{"min":70,"max":70,"display":"72억"},"preferredRegions":"강남","성수","assetTypes":"건물명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예산(72억)에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부탁드립니다.","title":"방이 역세권 도보 3분 이내 건물명 비공개 매각","shortSummary":"방이역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필요합니다.","kakaoText":"방이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{"ok":true,"mocked":true,"extractedFields":{"area_signal":"방이","asset_type":"[건물명 비공개]","price_band":"72억","size_signal"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3.31억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0.65억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76.0억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3.6억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36.4억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3.65%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2.89%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36.4억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1.94%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57839" cy="256032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11057839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밸류애드 잠재력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10600639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10600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임대 관리 및 자산 효율화를 통해 향후 중장기적인 자산 가치 상승을 기대할 수 있습니다. ### 밸류업 시나리오 (AI 추정)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78808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0.11억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3.27%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0.18억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(+8%)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3.37%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34924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87168" y="542239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부 권역 중심에 위치한 우량 [건물명 비공개]입니다. 1. 입지 가치 및 접근성: 대중교통 및 주요 간선도로와의 우수한 연계성을 갖추고 있어 풍부한 유동인구와 배후 임대 수요를 확보하고 있습니다.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{"ok":true,"mocked":true,"extractedFields":{"area_signal":"방이","asset_type":"[건물명 비공개]","price_band":"72억","size_signal":"580평(약 1917.4㎡)"},"extractedFacts":{"region":"방이","exactAddressCandidate":"해당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11건)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true,"mocked":true,"extractedFields":{"area_signal":"방이","asset_type":"[건물명 비공개]","price_band":"72억","size_signal":"580평(약 1917.4㎡)"},"extractedFacts":{"region":"방이","exactAddressCandidate":"해당 권역","assetType":"[건물명 비공개]","priceText":"72억","sizeText":"580평(약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매물"]},"detectedSensitiveFields":["exact_address"],"ambiguousFields":[],"warnings":[],"areaSignal":"방이","assetType":"[건물명 비공개]","priceBand":"72억","sizeSignal":"580평(약 1917.4㎡)","dealType":"매각","buildingName":"[건물명 비공개]","exactAddress":"송파구 방이동 185-4","totalFloorArea":1917.364,"buildYear":2015,"currentUseSignal":"근린생활시설","vacancySignal":"공실 없음","fitSummary":"방이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사옥형","budgetRange":{"min":70,"max":70,"display":"72억"},"preferredRegions":["강남","성수"],"assetTypes":["[건물명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예산(72억)에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부탁드립니다.","title":"방이 역세권 도보 3분 이내 [건물명 비공개] 매각","shortSummary":"방이역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필요합니다.","kakaoText":"방이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2026-09-17T08:53:55Z</dcterms:created>
  <dcterms:modified xsi:type="dcterms:W3CDTF">2026-09-17T08:53:55Z</dcterms:modified>
</cp:coreProperties>
</file>