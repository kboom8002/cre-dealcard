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7510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197510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내 주요 비즈니스 및 유동인구 풍부한 상권 입지 ### [성장] 입지 평가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46888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46888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내 위치하며 접근성과 가시성이 양호한 입지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46888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5528920"/>
                <a:gridCol w="5528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2200만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2.6억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2026-08-25T13:22:56Z</dcterms:created>
  <dcterms:modified xsi:type="dcterms:W3CDTF">2026-08-25T13:22:56Z</dcterms:modified>
</cp:coreProperties>
</file>