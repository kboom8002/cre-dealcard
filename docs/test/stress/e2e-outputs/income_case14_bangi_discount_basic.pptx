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내 근생빌딩, 매각 희망가 72억.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26.2억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7.76%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및 도로 접근성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양재역(3호선) 더블역세권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접면 조건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대로변 접면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차량 진출입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경부고속도로 서초IC 및 테헤란로 3분 내 진입 가능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53328" y="311810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118104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0475" y="3118104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테헤란로 IT밸리 및 서초 법조타운 오피스 상주인구 30만 배후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53328" y="355701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557016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상권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70475" y="3557016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약국 및 상층부 안과·피부과 전문의원 집적 의료 특화 상권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53328" y="3995928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9959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편의 인프라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70475" y="39959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300m 내 주요 임차 업종, 은행, 대형 베이커리 밀집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현금흐름 3줄 요약 (내 돈 &amp; 월 순수익)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88366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3852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면책: 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53619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48879" y="166420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실투자금 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948879" y="184708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26.2억 원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948879" y="221284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매매가(72억) - 대출(42억) - 보증금(3.8억)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7784287" y="267004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48879" y="279806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948879" y="298094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625만 원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948879" y="334670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임대료(2,200만) - 월 이자(1,575만) (금리 4.5%)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7784287" y="380390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8879" y="393192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948879" y="411480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2.86%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948879" y="448056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0.75억 원)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84287" y="4937760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8879" y="5065776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948879" y="5248656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1.8억 원~약 2.2억 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948879" y="5614416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7784287" y="6071616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48879" y="6199632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948879" y="6382512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2.5%–3.1%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948879" y="6748272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 대비 구간 추정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7784287" y="7205472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8879" y="733348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948879" y="751636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-4.2%–5.6%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948879" y="7882128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784287" y="8339328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48879" y="846734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수익률(Gross Yield)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948879" y="865022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3.7%</a:t>
            </a:r>
            <a:endParaRPr lang="en-US" sz="2500" dirty="0"/>
          </a:p>
        </p:txBody>
      </p:sp>
      <p:sp>
        <p:nvSpPr>
          <p:cNvPr id="38" name="Text 36"/>
          <p:cNvSpPr/>
          <p:nvPr/>
        </p:nvSpPr>
        <p:spPr>
          <a:xfrm>
            <a:off x="7948879" y="9015984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임대수입/매매가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7784287" y="9473184"/>
            <a:ext cx="3840480" cy="1005840"/>
          </a:xfrm>
          <a:prstGeom prst="roundRect">
            <a:avLst>
              <a:gd name="adj" fmla="val 5455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48879" y="960120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948879" y="978408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4,760,323원/평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7948879" y="10149840"/>
            <a:ext cx="351129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참고용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7784287" y="10607040"/>
            <a:ext cx="3840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44" name="Shape 42"/>
          <p:cNvSpPr/>
          <p:nvPr/>
        </p:nvSpPr>
        <p:spPr>
          <a:xfrm>
            <a:off x="7784287" y="1066190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45" name="Text 43"/>
          <p:cNvSpPr/>
          <p:nvPr/>
        </p:nvSpPr>
        <p:spPr>
          <a:xfrm>
            <a:off x="7967167" y="107167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967167" y="10936224"/>
            <a:ext cx="3511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추정값 (참고용). 실제 수익은 임대차 조건·공실률·세금에 따라 상이합니다.</a:t>
            </a:r>
            <a:endParaRPr lang="en-US" sz="930" dirty="0"/>
          </a:p>
        </p:txBody>
      </p:sp>
      <p:sp>
        <p:nvSpPr>
          <p:cNvPr id="47" name="Text 4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121701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1701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9" name="Shape 17"/>
          <p:cNvSpPr/>
          <p:nvPr/>
        </p:nvSpPr>
        <p:spPr>
          <a:xfrm>
            <a:off x="8121701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50301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350301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8350301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621792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5193792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5" name="Text 23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2026-08-16T06:16:39Z</dcterms:created>
  <dcterms:modified xsi:type="dcterms:W3CDTF">2026-08-16T06:16:39Z</dcterms:modified>
</cp:coreProperties>
</file>