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근생빌딩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근생빌딩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72억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72억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송파권역 내 근생빌딩, 매각 희망가 72억.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72억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실투자금(내 돈)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30.2억 원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순수익률(Cap Rate)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2.82%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자기자본수익률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7.76%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안전판: 송파권역 핵심 입지 및 우량 대지 지분 가치로 하방 경직성 확보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매각 희망가 72억 대비 안정적인 월 임대수익 창출 구조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미래 가치: 향후 권역 지가 상승 및 공법상 잔여 용적률 활용 밸류업 기회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현황과 공실은 실제로 어떤가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돈 넣으면 수익이 나오는 딜인가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4592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물리적 상태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 (누수/균열 결함 없음)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 10년 미만으로 대규모 수선비용 발생 가능성 낮음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38218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38218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4566818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 및 설비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566818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15인승 침대용 승강기 및 냉난방 설비 양호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566818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주기적 정기 점검 계약 유지로 관리 리스크 최소화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109509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09509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8" name="Text 16"/>
          <p:cNvSpPr/>
          <p:nvPr/>
        </p:nvSpPr>
        <p:spPr>
          <a:xfrm>
            <a:off x="8338109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임차인 이탈 위험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338109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병의원/약국 인테리어 투자비(호실당 5억↑) 존속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338109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WALE 3.5년 확보 및 만기 6개월 전 재계약 협상 개시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총평: 자산의 물리적·권리적 하자가 없으며, 세부 임대차 계약서 및 등기사항증명서는 LOI 접수 후 원본 열람 가능합니다.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건물을 사야 하는가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1133856" y="1005840"/>
            <a:ext cx="1049091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3472586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481328"/>
            <a:ext cx="3472586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9" name="Shape 7"/>
          <p:cNvSpPr/>
          <p:nvPr/>
        </p:nvSpPr>
        <p:spPr>
          <a:xfrm>
            <a:off x="795528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10" name="Text 8"/>
          <p:cNvSpPr/>
          <p:nvPr/>
        </p:nvSpPr>
        <p:spPr>
          <a:xfrm>
            <a:off x="795528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95528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 확보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95528" y="2624328"/>
            <a:ext cx="3015386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2779776"/>
            <a:ext cx="301538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송파권역의 핵심 입지로, 우량한 대지 지분 가치가 하방 경직성을 강력히 지지합니다.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59554" y="1481328"/>
            <a:ext cx="3472586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59554" y="1481328"/>
            <a:ext cx="3472586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6" name="Shape 14"/>
          <p:cNvSpPr/>
          <p:nvPr/>
        </p:nvSpPr>
        <p:spPr>
          <a:xfrm>
            <a:off x="4588154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17" name="Text 15"/>
          <p:cNvSpPr/>
          <p:nvPr/>
        </p:nvSpPr>
        <p:spPr>
          <a:xfrm>
            <a:off x="4588154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88154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확실한 월 현금흐름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88154" y="2624328"/>
            <a:ext cx="3015386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88154" y="2779776"/>
            <a:ext cx="301538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우량 테넌트 만실 운영 및 장기 임대차 구조를 기반으로 매월 안정적인 순영업소득(NOI) 창출이 기대됩니다.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52181" y="1481328"/>
            <a:ext cx="3472586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52181" y="1481328"/>
            <a:ext cx="3472586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23" name="Shape 21"/>
          <p:cNvSpPr/>
          <p:nvPr/>
        </p:nvSpPr>
        <p:spPr>
          <a:xfrm>
            <a:off x="8380781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24" name="Text 22"/>
          <p:cNvSpPr/>
          <p:nvPr/>
        </p:nvSpPr>
        <p:spPr>
          <a:xfrm>
            <a:off x="8380781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380781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가치 상승 및 출구 전략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8380781" y="2624328"/>
            <a:ext cx="3015386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380781" y="2779776"/>
            <a:ext cx="301538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현행 공법 여력을 활용한 밸류업 기회와 더불어 향후 권역 지가 상승에 따른 시세차익 실현이 유력합니다.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178808"/>
          <a:ext cx="11057839" cy="914400"/>
        </p:xfrm>
        <a:graphic>
          <a:graphicData uri="http://schemas.openxmlformats.org/drawingml/2006/table">
            <a:tbl>
              <a:tblPr/>
              <a:tblGrid>
                <a:gridCol w="3685946"/>
                <a:gridCol w="3685946"/>
                <a:gridCol w="3685946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유형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적합도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(임대수익)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★★★★★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안정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MD,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예측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가능한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현금흐름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상가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전문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운영사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★★★★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노하우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보유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최적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프랜차이즈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본사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직매장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★★★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브랜드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노출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직영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가능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Shape 26"/>
          <p:cNvSpPr/>
          <p:nvPr/>
        </p:nvSpPr>
        <p:spPr>
          <a:xfrm>
            <a:off x="566928" y="5678424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49808" y="5788152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2487168" y="5751576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[참고] 종합 가치 제안: 송파권역 핵심 상권의 희소성 높은 우량 자산으로, 안정적인 임대 수익과 향후 공법상 밸류업 및 권역 지가 상승에 따른 자본 이득(Capital Gain)을 동시에 실현할 수 있는 전략적 매물입니다.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초기 관심 표명 → 담당자 연락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148508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228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422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36422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422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 → 임차인 정보 및 임대차계약서 제공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6422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04408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87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981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64981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981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일정 조율 → 건물 컨디션 및 설비 직접 확인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981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860307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34627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54083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6" name="Text 24"/>
          <p:cNvSpPr/>
          <p:nvPr/>
        </p:nvSpPr>
        <p:spPr>
          <a:xfrm>
            <a:off x="9354083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354083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LOI(투자의향서) 제출 → 가격 협의 개시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354083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2026-08-23T11:28:46Z</dcterms:created>
  <dcterms:modified xsi:type="dcterms:W3CDTF">2026-08-23T11:28:46Z</dcterms:modified>
</cp:coreProperties>
</file>