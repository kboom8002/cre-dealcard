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5648" y="395935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55648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0799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72536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7128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37128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78144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2736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42736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83751" y="1618107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8343" y="1746123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8343" y="1965579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66928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31520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72536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7128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7128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78144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42736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(취득비용 포함)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42736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83751" y="2742819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8343" y="2870835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148343" y="3090291"/>
            <a:ext cx="231183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현금흐름: 전 층 임차인 운영 기반의 안정적 월 임대수익 창출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04088" y="5184648"/>
            <a:ext cx="3200400" cy="320040"/>
          </a:xfrm>
          <a:prstGeom prst="roundRect">
            <a:avLst>
              <a:gd name="adj" fmla="val 11429"/>
            </a:avLst>
          </a:prstGeom>
          <a:solidFill>
            <a:srgbClr val="FFFFFF">
              <a:alpha val="90000"/>
            </a:srgbClr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02936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</a:t>
            </a:r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자산(본건)   </a:t>
            </a:r>
            <a:pPr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╌ </a:t>
            </a:r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도보 5분 반경 (약 400m)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15768" y="3739896"/>
            <a:ext cx="822960" cy="219456"/>
          </a:xfrm>
          <a:prstGeom prst="roundRect">
            <a:avLst>
              <a:gd name="adj" fmla="val 16667"/>
            </a:avLst>
          </a:prstGeom>
          <a:solidFill>
            <a:srgbClr val="132A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715768" y="3739896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본건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53328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7" name="Shape 14"/>
          <p:cNvSpPr/>
          <p:nvPr/>
        </p:nvSpPr>
        <p:spPr>
          <a:xfrm>
            <a:off x="6053328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5"/>
          <p:cNvSpPr/>
          <p:nvPr/>
        </p:nvSpPr>
        <p:spPr>
          <a:xfrm>
            <a:off x="6199632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99632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2026-10-05T15:10:01Z</dcterms:created>
  <dcterms:modified xsi:type="dcterms:W3CDTF">2026-10-05T15:10:01Z</dcterms:modified>
</cp:coreProperties>
</file>