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분석: 핵심권역 소재 자산의 입지 특성 및 대지 지분 가치 확인 필요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구조: 매매 시장 적정가 수준 대비 임대수익 현황 분석 필요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검토: 권역 개발 동향 및 공법상 변경 가능성 확인 필요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25237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523744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172968" y="2523744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 (3억)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 (2억)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메디컬 만실 운영 중이며 WALE 평균 3.5년입니다.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수익성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순수익(매월)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7233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레버리지 수익률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13141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66928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3108960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49808" y="3328416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실투자금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순수익(매월)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768907" y="2048256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450592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레버리지 수익률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68907" y="2450592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7.59억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174.1억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8.3억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82.5억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83.3억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165.8억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99.8억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83.3억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66.8억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23864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23864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52464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52464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52464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2026-09-06T11:16:54Z</dcterms:created>
  <dcterms:modified xsi:type="dcterms:W3CDTF">2026-09-06T11:16:54Z</dcterms:modified>
</cp:coreProperties>
</file>