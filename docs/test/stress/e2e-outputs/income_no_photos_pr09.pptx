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2층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원금 안전판: 핵심권역 핵심 입지 및 우량 대지 지분 가치로 하방 경직성 확보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매매 시장 적정가 수준 대비 안정적 월 임대수익 창출 기반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미래 가치: 향후 권역 지가 상승 및 공법상 밸류업을 통한 자본이득 실현 가능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170475" y="148132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강남역·양재역 더블역세권 도보 4분 거리에 위치합니다.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66928" y="1481328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강남역·양재역 더블역세권 도보 4분 거리에 위치합니다.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45059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172968" y="24505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7" name="Shape 15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8" name="Text 16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현황</a:t>
            </a:r>
            <a:endParaRPr lang="en-US" sz="2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3071622"/>
                <a:gridCol w="3071622"/>
                <a:gridCol w="307162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수익성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645920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</a:t>
            </a:r>
            <a:endParaRPr lang="en-US" sz="93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3611880"/>
          </a:xfrm>
          <a:prstGeom prst="roundRect">
            <a:avLst>
              <a:gd name="adj" fmla="val 1519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5391760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493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11096"/>
            <a:ext cx="493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49345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33008" y="1417320"/>
            <a:ext cx="5391760" cy="3611880"/>
          </a:xfrm>
          <a:prstGeom prst="roundRect">
            <a:avLst>
              <a:gd name="adj" fmla="val 1519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33008" y="1417320"/>
            <a:ext cx="5391760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61608" y="1618488"/>
            <a:ext cx="493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61608" y="1911096"/>
            <a:ext cx="493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461608" y="2377440"/>
            <a:ext cx="49345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Disclaimer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2026-08-23T09:53:58Z</dcterms:created>
  <dcterms:modified xsi:type="dcterms:W3CDTF">2026-08-23T09:53:58Z</dcterms:modified>
</cp:coreProperties>
</file>