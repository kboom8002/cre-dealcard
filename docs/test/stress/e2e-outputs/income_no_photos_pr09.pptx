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강남역·양재역 더블역세권 도보 4분 거리에 위치합니다.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6" name="Shape 14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7" name="Text 15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18196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8196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72968" y="18196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2219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2219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2219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6243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6243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172968" y="26243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44314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4314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4314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914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572914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914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509320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441448" y="5074920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2026-08-16T08:22:38Z</dcterms:created>
  <dcterms:modified xsi:type="dcterms:W3CDTF">2026-08-16T08:22:38Z</dcterms:modified>
</cp:coreProperties>
</file>