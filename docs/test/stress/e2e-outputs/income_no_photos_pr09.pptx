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59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5564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39826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0799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2536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8144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3751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72536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37128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78144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83751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13331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53328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13331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주요 상업·업무 권역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53328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3328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6199632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99632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배후 상권 기반 안정적 임대 수요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8" name="Text 16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3071622"/>
                <a:gridCol w="3071622"/>
                <a:gridCol w="307162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약국 (3억)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 (2억)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메디컬 만실 운영 중이며 WALE 평균 3.5년입니다.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69억 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순수익(매월)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3,650만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레버리지 수익률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5.8%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05409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090672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3291840"/>
            <a:ext cx="108018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순영업소득(NOI) 약 7.14억 원, 매입 Cap Rate 4.62%입니다.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5425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5425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5425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5425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174.1억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5425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65425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5425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174.1억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91.6억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75.1억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07912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07912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관점에서 안정적 월 임대수익과 우량 메디컬 테넌트를 보유한 핵심 투자 자산입니다.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단일업종 집중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의료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다각화 검토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3864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3864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52464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4.1% 고정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2464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대출 활용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622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8622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622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2026-10-02T04:24:39Z</dcterms:created>
  <dcterms:modified xsi:type="dcterms:W3CDTF">2026-10-02T04:24:39Z</dcterms:modified>
</cp:coreProperties>
</file>