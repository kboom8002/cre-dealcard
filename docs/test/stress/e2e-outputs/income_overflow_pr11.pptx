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매우 우수한 투자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등급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13834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8426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8426" y="2313432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060741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5333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자산유형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5333" y="2313432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700784"/>
            <a:ext cx="11057839" cy="1371600"/>
          </a:xfrm>
          <a:prstGeom prst="roundRect">
            <a:avLst>
              <a:gd name="adj" fmla="val 4000"/>
            </a:avLst>
          </a:prstGeom>
          <a:solidFill>
            <a:srgbClr val="BEE3F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755648"/>
            <a:ext cx="36576" cy="12618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810512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 데이터 준비 중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2029968"/>
            <a:ext cx="1072865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임대차 계약 현황(호실별 보증금, 월차임, 관리비, 만기일)은 소유자/중개인 확인 후 업데이트됩니다.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566928" y="3291840"/>
            <a:ext cx="5437480" cy="2194560"/>
          </a:xfrm>
          <a:prstGeom prst="roundRect">
            <a:avLst>
              <a:gd name="adj" fmla="val 2500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566928" y="3346704"/>
            <a:ext cx="36576" cy="20848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3401568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실사 점검 항목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49808" y="3621024"/>
            <a:ext cx="510829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층별/호실별 임대차 계약서 및 사업자등록 현황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총액 및 월 임대료 입금 내역(최근 6개월)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렌트프리, 핏아웃 등 특약 조건 존재 여부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6187288" y="3291840"/>
            <a:ext cx="5437480" cy="2194560"/>
          </a:xfrm>
          <a:prstGeom prst="roundRect">
            <a:avLst>
              <a:gd name="adj" fmla="val 2500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187288" y="3346704"/>
            <a:ext cx="36576" cy="20848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6370168" y="3401568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분석 유의사항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370168" y="3621024"/>
            <a:ext cx="510829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상가임대차보호법상 10년 계약갱신요구권 적용 여부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주변 시세 대비 적정 임대료(Market Rent) 갭 분석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명도 가능 여부 및 리모델링/신축 타당성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8.3억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83.3억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165.8억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99.8억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83.3억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66.8억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2026-09-06T11:21:49Z</dcterms:created>
  <dcterms:modified xsi:type="dcterms:W3CDTF">2026-09-06T11:21:49Z</dcterms:modified>
</cp:coreProperties>
</file>