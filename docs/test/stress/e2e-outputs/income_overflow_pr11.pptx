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313834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78426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478426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060741" y="1965960"/>
            <a:ext cx="3564026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5333" y="2093976"/>
            <a:ext cx="323484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5333" y="2313432"/>
            <a:ext cx="323484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6" name="Shape 14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66928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749808" y="1810512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49808" y="2029968"/>
            <a:ext cx="10728655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30" dirty="0"/>
          </a:p>
        </p:txBody>
      </p:sp>
      <p:sp>
        <p:nvSpPr>
          <p:cNvPr id="10" name="Shape 8"/>
          <p:cNvSpPr/>
          <p:nvPr/>
        </p:nvSpPr>
        <p:spPr>
          <a:xfrm>
            <a:off x="56692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6692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4980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4980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6187288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87288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370168" y="3401568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70168" y="3621024"/>
            <a:ext cx="5108296" cy="1792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수익성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3152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307738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72330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72330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8048549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13141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213141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66928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66928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49808" y="3108960"/>
            <a:ext cx="1072865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49808" y="3328416"/>
            <a:ext cx="10728655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30" dirty="0"/>
          </a:p>
        </p:txBody>
      </p:sp>
      <p:sp>
        <p:nvSpPr>
          <p:cNvPr id="20" name="Text 18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비교사례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645920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실투자금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768907" y="1645920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048256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48256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순수익(매월)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68907" y="2048256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66928" y="2450592"/>
            <a:ext cx="110578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66928" y="2450592"/>
            <a:ext cx="42019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 레버리지 수익률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768907" y="2450592"/>
            <a:ext cx="68558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8.3억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83.3억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165.8억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99.8억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83.3억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66.8억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23864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23864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52464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452464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52464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2026-09-06T11:16:55Z</dcterms:created>
  <dcterms:modified xsi:type="dcterms:W3CDTF">2026-09-06T11:16:55Z</dcterms:modified>
</cp:coreProperties>
</file>