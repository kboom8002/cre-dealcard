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 이 건물은…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612392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4955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756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097024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74955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87756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097024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74955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87756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097024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74955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87756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097024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874264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02280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221736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874264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002280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221736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874264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002280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221736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874264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002280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221736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40904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419600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492752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492752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456176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970272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043424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043424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006848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520944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94096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94096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57520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4" name="Text 12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건물은 이 건물은 이 건물은 이 건물은 이 건물은 이 건물은 이 건물은 이 건물은 이 건물은 이 건물은 이 건물은 이 건물은 이 건물은 이 건물은 이 건물은 이 건물은 이 건물은 이 건물은 이 건물은 이 건물은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55648"/>
            <a:ext cx="36576" cy="12618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92224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993392"/>
            <a:ext cx="10801807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현황(호실별 보증금, 월차임, 관리비, 만기일)은 소유자/중개인 확인 후 업데이트됩니다.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83280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실사 점검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584448"/>
            <a:ext cx="518144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층별/호실별 임대차 계약서 및 사업자등록 현황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 및 월 임대료 입금 내역(최근 6개월)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렌트프리, 핏아웃 등 특약 조건 존재 여부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8728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28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592" y="3383280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분석 유의사항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33592" y="3584448"/>
            <a:ext cx="518144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상가임대차보호법상 10년 계약갱신요구권 적용 여부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시세 대비 적정 임대료(Market Rent) 갭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명도 가능 여부 및 리모델링/신축 타당성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4" name="Text 12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건물은 이 건물은 이 건물은 이 건물은 이 건물은 이 건물은 이 건물은 이 건물은 이 건물은 이 건물은 이 건물은 이 건물은 이 건물은 이 건물은 이 건물은 이 건물은 이 건물은 이 건물은 이 건물은 이 건물은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69억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순수익(매월)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3,650만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레버리지 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5.8%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순영업소득(NOI) 약 7.14억 원, 매입 Cap Rate 4.62%입니다.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5425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5425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5425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5425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5425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5425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5425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174.1억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07912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07912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2026-10-02T04:24:43Z</dcterms:created>
  <dcterms:modified xsi:type="dcterms:W3CDTF">2026-10-02T04:24:43Z</dcterms:modified>
</cp:coreProperties>
</file>