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792224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9224" y="1993392"/>
            <a:ext cx="10801807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" y="3383280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9224" y="3584448"/>
            <a:ext cx="51814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6123280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23280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269584" y="3383280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269584" y="3584448"/>
            <a:ext cx="51814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2026-09-20T11:35:18Z</dcterms:created>
  <dcterms:modified xsi:type="dcterms:W3CDTF">2026-09-20T11:35:18Z</dcterms:modified>
</cp:coreProperties>
</file>