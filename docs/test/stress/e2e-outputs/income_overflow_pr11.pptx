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142.5평 / 연면적 620.8평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2층 ~ 지상 7층 (2017년 준공)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주차 18대 완비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2026-08-16T06:16:29Z</dcterms:created>
  <dcterms:modified xsi:type="dcterms:W3CDTF">2026-08-16T06:16:29Z</dcterms:modified>
</cp:coreProperties>
</file>