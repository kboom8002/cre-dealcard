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612392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74955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7756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097024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74955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87756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097024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74955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87756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097024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74955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87756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097024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874264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02280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221736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874264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002280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37128" y="3221736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874264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002280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221736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874264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002280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221736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409041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419600"/>
            <a:ext cx="11057839" cy="468376"/>
          </a:xfrm>
          <a:prstGeom prst="roundRect">
            <a:avLst>
              <a:gd name="adj" fmla="val 976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492752"/>
            <a:ext cx="411480" cy="322072"/>
          </a:xfrm>
          <a:prstGeom prst="roundRect">
            <a:avLst>
              <a:gd name="adj" fmla="val 11356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492752"/>
            <a:ext cx="411480" cy="32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456176"/>
            <a:ext cx="10280599" cy="395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970272"/>
            <a:ext cx="11057839" cy="468376"/>
          </a:xfrm>
          <a:prstGeom prst="roundRect">
            <a:avLst>
              <a:gd name="adj" fmla="val 976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043424"/>
            <a:ext cx="411480" cy="322072"/>
          </a:xfrm>
          <a:prstGeom prst="roundRect">
            <a:avLst>
              <a:gd name="adj" fmla="val 11356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043424"/>
            <a:ext cx="411480" cy="32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006848"/>
            <a:ext cx="10280599" cy="395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520944"/>
            <a:ext cx="11057839" cy="468376"/>
          </a:xfrm>
          <a:prstGeom prst="roundRect">
            <a:avLst>
              <a:gd name="adj" fmla="val 976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94096"/>
            <a:ext cx="411480" cy="322072"/>
          </a:xfrm>
          <a:prstGeom prst="roundRect">
            <a:avLst>
              <a:gd name="adj" fmla="val 11356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94096"/>
            <a:ext cx="411480" cy="32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57520"/>
            <a:ext cx="10280599" cy="395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3232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33592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33592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2026-10-05T15:10:06Z</dcterms:created>
  <dcterms:modified xsi:type="dcterms:W3CDTF">2026-10-05T15:10:06Z</dcterms:modified>
</cp:coreProperties>
</file>