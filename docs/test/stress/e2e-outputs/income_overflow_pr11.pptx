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9164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매우 우수한 투자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등급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자산유형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685800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1938528"/>
            <a:ext cx="66019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공적장부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3" name="Shape 11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2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685800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1938528"/>
            <a:ext cx="66019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공적장부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00784"/>
            <a:ext cx="11057839" cy="1371600"/>
          </a:xfrm>
          <a:prstGeom prst="roundRect">
            <a:avLst>
              <a:gd name="adj" fmla="val 4000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755648"/>
            <a:ext cx="36576" cy="12618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792224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 데이터 준비 중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9224" y="1993392"/>
            <a:ext cx="10801807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임대차 계약 현황(호실별 보증금, 월차임, 관리비, 만기일)은 소유자/중개인 확인 후 업데이트됩니다.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502920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" y="3346704"/>
            <a:ext cx="36576" cy="20848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" y="3383280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실사 점검 항목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9224" y="3584448"/>
            <a:ext cx="518144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층별/호실별 임대차 계약서 및 사업자등록 현황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총액 및 월 임대료 입금 내역(최근 6개월)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렌트프리, 핏아웃 등 특약 조건 존재 여부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6123280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123280" y="3346704"/>
            <a:ext cx="36576" cy="20848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6269584" y="3383280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분석 유의사항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269584" y="3584448"/>
            <a:ext cx="518144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상가임대차보호법상 10년 계약갱신요구권 적용 여부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주변 시세 대비 적정 임대료(Market Rent) 갭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명도 가능 여부 및 리모델링/신축 타당성</a:t>
            </a:r>
            <a:endParaRPr lang="en-US" sz="98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685800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1938528"/>
            <a:ext cx="66019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공적장부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6751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24373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0832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0832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984541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9133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149133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2920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9224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174.1억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75.1억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59856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59856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388456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388456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88456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2026-09-29T02:22:33Z</dcterms:created>
  <dcterms:modified xsi:type="dcterms:W3CDTF">2026-09-29T02:22:33Z</dcterms:modified>
</cp:coreProperties>
</file>