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92224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93392"/>
            <a:ext cx="10801807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922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612328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328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26958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6958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2026-09-24T11:23:19Z</dcterms:created>
  <dcterms:modified xsi:type="dcterms:W3CDTF">2026-09-24T11:23:19Z</dcterms:modified>
</cp:coreProperties>
</file>