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Land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Stability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18196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8196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72968" y="18196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2219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2219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72968" y="22219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26243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6243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72968" y="26243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Comps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Loan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대출 구조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대출 구조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3337560"/>
                <a:gridCol w="33375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Tax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 추정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11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13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Closing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14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2026-08-16T06:16:28Z</dcterms:created>
  <dcterms:modified xsi:type="dcterms:W3CDTF">2026-08-16T06:16:28Z</dcterms:modified>
</cp:coreProperties>
</file>