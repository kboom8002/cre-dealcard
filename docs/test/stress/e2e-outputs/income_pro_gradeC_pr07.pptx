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8" name="Text 16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약국 (3억)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 (2억)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메디컬 만실 운영 중이며 WALE 평균 3.5년입니다.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69억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순수익(매월)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3,650만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레버리지 수익률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5.8%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05409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9067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29184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순영업소득(NOI) 약 7.14억 원, 매입 Cap Rate 4.62%입니다.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 안정적 월 임대수익과 우량 메디컬 테넌트를 보유한 핵심 투자 자산입니다.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단일업종 집중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의료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다각화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3864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2464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4.1%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2464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대출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2026-10-02T04:24:35Z</dcterms:created>
  <dcterms:modified xsi:type="dcterms:W3CDTF">2026-10-02T04:24:35Z</dcterms:modified>
</cp:coreProperties>
</file>