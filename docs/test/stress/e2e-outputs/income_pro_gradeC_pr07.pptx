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68503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68503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755648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55648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4187952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297680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725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71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371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78144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2736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42736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83751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8343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48343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669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3725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371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5371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178144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42736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342736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8983751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8343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148343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566928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66928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6656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656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207008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66928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76656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6656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207008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66928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656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207008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용도지역·용도지구 기준 건폐율/용적률 상한 확인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 및 접도 조건에 따른 건축 가능 면적 검토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개발행위허가 제한 여부 확인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및 을구 근저당·가압류 확인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사항과 실물 현황 대조 점검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 분석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2026-09-17T08:53:17Z</dcterms:created>
  <dcterms:modified xsi:type="dcterms:W3CDTF">2026-09-17T08:53:17Z</dcterms:modified>
</cp:coreProperties>
</file>