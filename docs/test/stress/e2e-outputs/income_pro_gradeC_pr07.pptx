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8503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8503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187952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297680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인접 지하철역 역세권 (상세 확인 필요)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989320" y="197510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7510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49323" y="197510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989320" y="2606040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660904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69748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898648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용도지역·용도지구 기준 건폐율/용적률 상한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필지 형상 및 접도 조건에 따른 건축 가능 면적 검토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개발행위허가 제한 여부 확인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및 을구 근저당·가압류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사항과 실물 현황 대조 점검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 분석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871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87168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8716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24373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0832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0832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984541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9133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149133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5156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4050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74050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4050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2026-09-20T11:35:16Z</dcterms:created>
  <dcterms:modified xsi:type="dcterms:W3CDTF">2026-09-20T11:35:16Z</dcterms:modified>
</cp:coreProperties>
</file>