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핵심권역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매매 시장 적정가 수준 대비 안정적 월 임대수익 창출 기반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밸류업을 통한 자본이득 실현 가능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및 교통 여건은 현장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자금 조달 및 대출 조건은 금융 자문 후 확정됩니다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실사 단계에서 구체적인 계약 조건 및 세무 검토가 진행됩니다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대출 구조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46304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대출 구조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3337560"/>
                <a:gridCol w="33375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없음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세금 추정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3611880"/>
          </a:xfrm>
          <a:prstGeom prst="roundRect">
            <a:avLst>
              <a:gd name="adj" fmla="val 151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391760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3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11096"/>
            <a:ext cx="493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34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1417320"/>
            <a:ext cx="5391760" cy="3611880"/>
          </a:xfrm>
          <a:prstGeom prst="roundRect">
            <a:avLst>
              <a:gd name="adj" fmla="val 151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33008" y="1417320"/>
            <a:ext cx="5391760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61608" y="1618488"/>
            <a:ext cx="493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61608" y="1911096"/>
            <a:ext cx="493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461608" y="2377440"/>
            <a:ext cx="4934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2026-08-23T01:22:33Z</dcterms:created>
  <dcterms:modified xsi:type="dcterms:W3CDTF">2026-08-23T01:22:33Z</dcterms:modified>
</cp:coreProperties>
</file>