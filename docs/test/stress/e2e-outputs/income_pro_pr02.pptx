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DCF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Sensitivity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84287" y="1828800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6"/>
          <p:cNvSpPr/>
          <p:nvPr/>
        </p:nvSpPr>
        <p:spPr>
          <a:xfrm>
            <a:off x="7784287" y="188366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7967167" y="19385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67167" y="2157984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Loan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12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Tax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13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15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16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2026-08-16T08:22:37Z</dcterms:created>
  <dcterms:modified xsi:type="dcterms:W3CDTF">2026-08-16T08:22:37Z</dcterms:modified>
</cp:coreProperties>
</file>