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8503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850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187952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297680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89320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7510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49323" y="197510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989320" y="260604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660904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69748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89864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871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8716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8716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DCF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05740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211226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" y="2148840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9224" y="2350008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민감도는 Pro IM 상세 정보 입력 후 산출됩니다.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4050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74050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4050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2026-09-20T11:57:39Z</dcterms:created>
  <dcterms:modified xsi:type="dcterms:W3CDTF">2026-09-20T11:57:39Z</dcterms:modified>
</cp:coreProperties>
</file>