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및 교통 여건은 현장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자금 조달 및 대출 조건은 금융 자문 후 확정됩니다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실사 단계에서 구체적인 계약 조건 및 세무 검토가 진행됩니다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DCF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2026-08-26T00:19:12Z</dcterms:created>
  <dcterms:modified xsi:type="dcterms:W3CDTF">2026-08-26T00:19:12Z</dcterms:modified>
</cp:coreProperties>
</file>