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박민호  |  리얼티코리아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 (3억)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 (2억)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메디컬 만실 운영 중이며 WALE 평균 3.5년입니다.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5425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5425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5425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5425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5425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5425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5425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174.1억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07912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07912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DCF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574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1226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14884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2350008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민감도는 Pro IM 상세 정보 입력 후 산출됩니다.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2026-10-02T04:24:29Z</dcterms:created>
  <dcterms:modified xsi:type="dcterms:W3CDTF">2026-10-02T04:24:29Z</dcterms:modified>
</cp:coreProperties>
</file>