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바탕으로 안정적인 현금흐름 창출과 중장기 자산 가치 상승을 동시에 실현할 수 있는 우량 투자 기회입니다.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5740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16712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49808" y="2386584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바탕으로 안정적인 현금흐름 창출과 중장기 자산 가치 상승을 동시에 실현할 수 있는 우량 투자 기회입니다.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6187288" y="205740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187288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6370168" y="216712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370168" y="2386584"/>
            <a:ext cx="5108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3337560"/>
                <a:gridCol w="3337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 추정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417320"/>
            <a:ext cx="5391760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1417320"/>
            <a:ext cx="5391760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61608" y="1618488"/>
            <a:ext cx="493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61608" y="1911096"/>
            <a:ext cx="493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61608" y="2377440"/>
            <a:ext cx="493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2026-08-23T09:53:58Z</dcterms:created>
  <dcterms:modified xsi:type="dcterms:W3CDTF">2026-08-23T09:53:58Z</dcterms:modified>
</cp:coreProperties>
</file>