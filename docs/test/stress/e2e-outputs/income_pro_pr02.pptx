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박민호  |  리얼티코리아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핵심권역 핵심 입지 및 우량 대지 지분 가치로 하방 경직성 확보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매매 시장 적정가 수준 대비 안정적 월 임대수익 창출 기반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밸류업을 통한 자본이득 실현 가능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및 교통 여건은 현장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자금 조달 및 대출 조건은 금융 자문 후 확정됩니다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실사 단계에서 구체적인 계약 조건 및 세무 검토가 진행됩니다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4592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실투자금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순수익(매월)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68907" y="2048256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레버리지 수익률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68907" y="2450592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DCF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DCF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4592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자산은 우수한 입지 경쟁력과 견고한 펀더멘털을 바탕으로 안정적인 현금흐름 창출과 중장기 자산 가치 상승을 동시에 실현할 수 있는 우량 투자 기회입니다.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Sensitivity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민감도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2588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민감도 분석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2057400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9" name="Shape 7"/>
          <p:cNvSpPr/>
          <p:nvPr/>
        </p:nvSpPr>
        <p:spPr>
          <a:xfrm>
            <a:off x="566928" y="211226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2167128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49808" y="2386584"/>
            <a:ext cx="51082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자산은 우수한 입지 경쟁력과 견고한 펀더멘털을 바탕으로 안정적인 현금흐름 창출과 중장기 자산 가치 상승을 동시에 실현할 수 있는 우량 투자 기회입니다.</a:t>
            </a:r>
            <a:endParaRPr lang="en-US" sz="930" dirty="0"/>
          </a:p>
        </p:txBody>
      </p:sp>
      <p:sp>
        <p:nvSpPr>
          <p:cNvPr id="12" name="Shape 10"/>
          <p:cNvSpPr/>
          <p:nvPr/>
        </p:nvSpPr>
        <p:spPr>
          <a:xfrm>
            <a:off x="6187288" y="2057400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187288" y="211226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2"/>
          <p:cNvSpPr/>
          <p:nvPr/>
        </p:nvSpPr>
        <p:spPr>
          <a:xfrm>
            <a:off x="6370168" y="2167128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주의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370168" y="2386584"/>
            <a:ext cx="51082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민감도는 Pro IM 상세 정보 입력 후 산출됩니다.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대출 구조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463040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대출 구조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6675120" cy="914400"/>
        </p:xfrm>
        <a:graphic>
          <a:graphicData uri="http://schemas.openxmlformats.org/drawingml/2006/table">
            <a:tbl>
              <a:tblPr/>
              <a:tblGrid>
                <a:gridCol w="3337560"/>
                <a:gridCol w="333756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없음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세금 추정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3611880"/>
          </a:xfrm>
          <a:prstGeom prst="roundRect">
            <a:avLst>
              <a:gd name="adj" fmla="val 1519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391760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3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11096"/>
            <a:ext cx="493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34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1417320"/>
            <a:ext cx="5391760" cy="3611880"/>
          </a:xfrm>
          <a:prstGeom prst="roundRect">
            <a:avLst>
              <a:gd name="adj" fmla="val 1519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33008" y="1417320"/>
            <a:ext cx="5391760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61608" y="1618488"/>
            <a:ext cx="493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61608" y="1911096"/>
            <a:ext cx="493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461608" y="2377440"/>
            <a:ext cx="4934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2026-08-23T01:22:32Z</dcterms:created>
  <dcterms:modified xsi:type="dcterms:W3CDTF">2026-08-23T01:22:32Z</dcterms:modified>
</cp:coreProperties>
</file>