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DCF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205740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211226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16712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49808" y="238658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민감도는 Pro IM 상세 정보 입력 후 산출됩니다.</a:t>
            </a:r>
            <a:endParaRPr lang="en-US" sz="930" dirty="0"/>
          </a:p>
        </p:txBody>
      </p:sp>
      <p:sp>
        <p:nvSpPr>
          <p:cNvPr id="12" name="Text 1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2026-09-06T12:59:33Z</dcterms:created>
  <dcterms:modified xsi:type="dcterms:W3CDTF">2026-09-06T12:59:33Z</dcterms:modified>
</cp:coreProperties>
</file>