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9593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755648" y="395935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55648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39826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50799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72536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7128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7128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78144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42736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83751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8343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8343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66928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31520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72536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7128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37128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78144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2736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(취득비용 포함)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342736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83751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8343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48343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66928" y="4288155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4361371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4361371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07008" y="4324731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4882642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6656" y="495585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" y="495585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207008" y="4919218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안정적 현금흐름: 전 층 임차인 운영 기반의 안정적 월 임대수익 창출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5477129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555034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55034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207008" y="5513705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04088" y="5184648"/>
            <a:ext cx="3200400" cy="320040"/>
          </a:xfrm>
          <a:prstGeom prst="roundRect">
            <a:avLst>
              <a:gd name="adj" fmla="val 11429"/>
            </a:avLst>
          </a:prstGeom>
          <a:solidFill>
            <a:srgbClr val="FFFFFF">
              <a:alpha val="90000"/>
            </a:srgbClr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20293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</a:t>
            </a:r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자산(본건)   </a:t>
            </a:r>
            <a:pPr indent="0" marL="0">
              <a:buNone/>
            </a:pPr>
            <a:r>
              <a:rPr lang="en-US" sz="1000" b="1" dirty="0">
                <a:solidFill>
                  <a:srgbClr val="B886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╌ </a:t>
            </a:r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도보 5분 반경 (약 400m)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15768" y="3739896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132A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715768" y="373989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본건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053328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13331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53328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613331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53328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7" name="Shape 14"/>
          <p:cNvSpPr/>
          <p:nvPr/>
        </p:nvSpPr>
        <p:spPr>
          <a:xfrm>
            <a:off x="6053328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5"/>
          <p:cNvSpPr/>
          <p:nvPr/>
        </p:nvSpPr>
        <p:spPr>
          <a:xfrm>
            <a:off x="6199632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99632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87168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65425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65425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5425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65425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65425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65425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65425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07912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07912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5740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11226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148840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13232" y="2350008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민감도는 Pro IM 상세 정보 입력 후 산출됩니다.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9728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8622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8622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8622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2026-10-05T15:09:46Z</dcterms:created>
  <dcterms:modified xsi:type="dcterms:W3CDTF">2026-10-05T15:09:46Z</dcterms:modified>
</cp:coreProperties>
</file>