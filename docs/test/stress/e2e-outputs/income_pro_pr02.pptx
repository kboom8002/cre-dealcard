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박민호  |  리얼티코리아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142.5평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620.8평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2017년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 메디컬 빌딩은 지하2층~지상7층 규모의 올근생 빌딩입니다.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3071622"/>
                <a:gridCol w="3071622"/>
                <a:gridCol w="307162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업종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1,200만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2억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1,100만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1F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 (3억)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2F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안과 (2억)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메디컬 만실 운영 중이며 WALE 평균 3.5년입니다.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DCF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DCF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민감도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2057400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2112264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" y="214884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주의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49224" y="2350008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민감도는 Pro IM 상세 정보 입력 후 산출됩니다.</a:t>
            </a:r>
            <a:endParaRPr lang="en-US" sz="980" dirty="0"/>
          </a:p>
        </p:txBody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리얼티코리아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2026-09-23T02:52:35Z</dcterms:created>
  <dcterms:modified xsi:type="dcterms:W3CDTF">2026-09-23T02:52:35Z</dcterms:modified>
</cp:coreProperties>
</file>