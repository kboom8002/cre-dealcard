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Land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Stability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DCF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Sensitivity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84287" y="1828800"/>
            <a:ext cx="3840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8" name="Shape 6"/>
          <p:cNvSpPr/>
          <p:nvPr/>
        </p:nvSpPr>
        <p:spPr>
          <a:xfrm>
            <a:off x="7784287" y="188366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9" name="Text 7"/>
          <p:cNvSpPr/>
          <p:nvPr/>
        </p:nvSpPr>
        <p:spPr>
          <a:xfrm>
            <a:off x="7967167" y="19385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67167" y="2157984"/>
            <a:ext cx="3511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11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Loan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대출 구조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3337560"/>
                <a:gridCol w="3337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12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Tax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 추정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13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15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Closing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16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2026-08-16T06:16:26Z</dcterms:created>
  <dcterms:modified xsi:type="dcterms:W3CDTF">2026-08-16T06:16:26Z</dcterms:modified>
</cp:coreProperties>
</file>