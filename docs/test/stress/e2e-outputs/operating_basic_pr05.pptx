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077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9077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운영지표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운영 핵심 지표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4846320"/>
            <a:ext cx="6419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5047488"/>
            <a:ext cx="641908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숙박 자산으로, 안정적 운영 성과를 기반으로 한 GOP 기반 투자 가치를 보유하고 있습니다.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36092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수익 구조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총매출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GOP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Cap Rate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 중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922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2328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12328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626958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기반 수익 구조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6958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실적 데이터 확보 후 GOP 기반 Cap Rate 산출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호텔 매출은 계약이 아닌 영업 성과에 좌우됩니다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계절성 및 변동성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연평균 점유율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0292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922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12328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12328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626958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수요 변동 분석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6958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호텔의 계절성 분석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성수기/비수기 OCC 변동폭 및 ADR 탄력성 검토 권장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외국인 투숙 비중에 따른 환율·비자 정책 리스크 고려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요약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1938528"/>
            <a:ext cx="660196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자산\n• 권리관계 및 임대차 현황 실사 확인 필요\n• 상세 인접 인프라 및 입지 환경 분석 권장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자산\n• 임대차 계약 현황 및 운영비 실사 확인 필요\n• 매입 후 운용 계획에 따른 수익성 분석 권장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20.70억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249.8억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474.8억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2026-09-20T11:57:46Z</dcterms:created>
  <dcterms:modified xsi:type="dcterms:W3CDTF">2026-09-20T11:57:46Z</dcterms:modified>
</cp:coreProperties>
</file>