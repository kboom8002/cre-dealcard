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조건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KPI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장기 책임임차(Master Lease) 및 첨단 설비 스펙을 바탕으로 공실 리스크 없는 안정적인 운영 성과를 확보하고 있습니다.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Revenue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6858000" cy="274320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17904"/>
            <a:ext cx="36576" cy="26334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57276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가치 제안 (Value Proposition)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1792224"/>
            <a:ext cx="65288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09344"/>
            <a:ext cx="3840480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8879" y="173736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948879" y="192024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7784287" y="3035808"/>
            <a:ext cx="3840480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8879" y="316382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948879" y="334670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500" dirty="0"/>
          </a:p>
        </p:txBody>
      </p:sp>
      <p:sp>
        <p:nvSpPr>
          <p:cNvPr id="16" name="Shape 14"/>
          <p:cNvSpPr/>
          <p:nvPr/>
        </p:nvSpPr>
        <p:spPr>
          <a:xfrm>
            <a:off x="7784287" y="4462272"/>
            <a:ext cx="3840480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48879" y="459028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948879" y="477316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2026-08-16T06:16:27Z</dcterms:created>
  <dcterms:modified xsi:type="dcterms:W3CDTF">2026-08-16T06:16:27Z</dcterms:modified>
</cp:coreProperties>
</file>