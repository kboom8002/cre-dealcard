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핵심권역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매매 시장 적정가 수준 대비 안정적 월 임대수익 창출 기반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밸류업을 통한 자본이득 실현 가능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조건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영동고속도로 이천IC 3km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4864608"/>
            <a:ext cx="6345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50840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대기업 장기 책임임차(Master Lease) 및 첨단 설비 스펙을 바탕으로 공실 리스크 없는 안정적인 운영 성과를 확보하고 있습니다.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742492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ADR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85만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OCC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95%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RevPAR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80.75만 원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11880"/>
          </a:xfrm>
          <a:prstGeom prst="roundRect">
            <a:avLst>
              <a:gd name="adj" fmla="val 151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11096"/>
            <a:ext cx="1060063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2026-08-23T09:53:58Z</dcterms:created>
  <dcterms:modified xsi:type="dcterms:W3CDTF">2026-08-23T09:53:58Z</dcterms:modified>
</cp:coreProperties>
</file>