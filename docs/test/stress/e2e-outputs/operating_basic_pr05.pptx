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83751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현금흐름: 전 층 임차인 운영 기반의 안정적 월 임대수익 창출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운영지표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운영 핵심 지표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4846320"/>
            <a:ext cx="6419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5047488"/>
            <a:ext cx="641908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숙박 자산으로, 안정적 운영 성과를 기반으로 한 GOP 기반 투자 가치를 보유하고 있습니다.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수익 구조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13141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3232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8728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18728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333592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기반 수익 구조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33592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미제공 항목: 연간 매출, GOP(또는 GOP 마진), 매각 희망가 — 운영 실적(P&amp;L) 제출 시 GOP Cap Rate 산출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호텔 매출은 계약이 아닌 영업 성과에 좌우됩니다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계절성 및 변동성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점유율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6692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87288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87288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수요 변동 분석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33592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호텔의 계절성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성수기/비수기 OCC 변동폭 및 ADR 탄력성 검토 권장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투숙 비중에 따른 환율·비자 정책 리스크 고려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2026-10-05T15:09:51Z</dcterms:created>
  <dcterms:modified xsi:type="dcterms:W3CDTF">2026-10-05T15:09:51Z</dcterms:modified>
</cp:coreProperties>
</file>