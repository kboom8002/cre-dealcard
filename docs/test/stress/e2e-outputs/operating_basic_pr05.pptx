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operating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이천부동산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 브로커  |  이천부동산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 물류센터 3층 규모 냉동냉장 겸용 시설입니다.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천장고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12m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도크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12개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도로 조건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영동고속도로 이천IC 3km 거리에 위치합니다.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영동고속도로 이천IC 3km 거리에 위치합니다.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천장고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12m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8529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도크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172968" y="28529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12개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20" name="Shape 18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 물류센터 3층 규모 냉동냉장 겸용 시설입니다.</a:t>
            </a:r>
            <a:endParaRPr lang="en-US" sz="930" dirty="0"/>
          </a:p>
        </p:txBody>
      </p:sp>
      <p:sp>
        <p:nvSpPr>
          <p:cNvPr id="23" name="Text 2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현황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754880"/>
            <a:ext cx="6675120" cy="1234440"/>
          </a:xfrm>
          <a:prstGeom prst="roundRect">
            <a:avLst>
              <a:gd name="adj" fmla="val 4444"/>
            </a:avLst>
          </a:prstGeom>
          <a:solidFill>
            <a:srgbClr val="BEE3F8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4809744"/>
            <a:ext cx="36576" cy="11247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4864608"/>
            <a:ext cx="6345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안정성 진단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" y="5084064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투자 포인트 및 자산 분석 내용은 IM 본문을 참조하시기 바랍니다.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742492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GOP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ADR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86537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85만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OCC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86537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RevPAR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86537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80.75만 원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운영수익 1.2억, GOP 마진율 약 65%입니다.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단일 임차인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CJ 10년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장기계약 보장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3PL 대형 임차인의 장기 안정수익과 냉동냉장 특화 시설의 희소성이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임대차계약서 원본 및 시설 점검 보고서 확인을 권장합니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임대차계약서 원본 및 시설 점검 보고서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이천부동산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2026-08-25T13:22:46Z</dcterms:created>
  <dcterms:modified xsi:type="dcterms:W3CDTF">2026-08-25T13:22:46Z</dcterms:modified>
</cp:coreProperties>
</file>