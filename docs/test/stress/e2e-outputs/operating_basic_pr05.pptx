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operating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물류센터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물류 브로커  |  이천부동산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12m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7" name="Shape 15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3,000평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5,500평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02920" y="245059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45059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천장고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2423160" y="2450592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12m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502920" y="285292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852928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도크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423160" y="2852928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12개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20" name="Shape 18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 물류센터 3층 규모 냉동냉장 겸용 시설입니다.</a:t>
            </a:r>
            <a:endParaRPr lang="en-US" sz="980" dirty="0"/>
          </a:p>
        </p:txBody>
      </p:sp>
      <p:sp>
        <p:nvSpPr>
          <p:cNvPr id="23" name="Text 2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운영지표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6675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운영 핵심 지표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4754880"/>
            <a:ext cx="6675120" cy="1234440"/>
          </a:xfrm>
          <a:prstGeom prst="roundRect">
            <a:avLst>
              <a:gd name="adj" fmla="val 4444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4809744"/>
            <a:ext cx="36576" cy="11247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4846320"/>
            <a:ext cx="6419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안정성 진단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5047488"/>
            <a:ext cx="6419088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숙박 자산으로, 안정적 운영 성과를 기반으로 한 GOP 기반 투자 가치를 보유하고 있습니다.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36092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매출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수익 구조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총매출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4373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0832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GOP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0832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4541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49133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Cap Rate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149133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 중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9" name="Text 17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21" name="Shape 19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23" name="Text 21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GOP 기반 수익 구조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실적 데이터 기반 GOP Cap Rate 산출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호텔 매출은 계약이 아닌 영업 성과에 좌우됩니다</a:t>
            </a:r>
            <a:endParaRPr lang="en-US" sz="980" dirty="0"/>
          </a:p>
        </p:txBody>
      </p:sp>
      <p:sp>
        <p:nvSpPr>
          <p:cNvPr id="25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Seasonality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호텔 계절성 및 변동성 분석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3736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연평균 점유율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0292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50292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64922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4922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월 운영수익 1.2억, GOP 마진율 약 65%입니다.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6123280" y="3410712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123280" y="346557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6269584" y="3502152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계절성 및 수요 변동 분석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69584" y="3703320"/>
            <a:ext cx="5181448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이천권역 소재 호텔의 계절성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성수기/비수기 OCC 변동폭 및 ADR 탄력성 검토 권장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외국인 투숙 비중에 따른 환율·비자 정책 리스크 고려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Operator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운영사 요약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15" name="Shape 13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6" name="Shape 14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7" name="Text 15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19" name="Text 1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20.7억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4.05억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474.8억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249.8억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474.8억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294.8억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249.8억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204.8억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3PL 대형 임차인의 장기 안정수익과 냉동냉장 특화 시설의 희소성이 핵심입니다.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단일 임차인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CJ 10년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장기계약 보장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임대차계약서 원본 및 시설 점검 보고서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이천부동산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2026-09-22T04:16:58Z</dcterms:created>
  <dcterms:modified xsi:type="dcterms:W3CDTF">2026-09-22T04:16:58Z</dcterms:modified>
</cp:coreProperties>
</file>