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운영지표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운영 핵심 지표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4846320"/>
            <a:ext cx="6419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5047488"/>
            <a:ext cx="641908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숙박 자산으로, 안정적 운영 성과를 기반으로 한 GOP 기반 투자 가치를 보유하고 있습니다.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36092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수익 구조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중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기반 수익 구조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실적 데이터 기반 GOP Cap Rate 산출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 매출은 계약이 아닌 영업 성과에 좌우됩니다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계절성 및 변동성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점유율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수요 변동 분석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호텔의 계절성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성수기/비수기 OCC 변동폭 및 ADR 탄력성 검토 권장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투숙 비중에 따른 환율·비자 정책 리스크 고려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249.8억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2026-09-24T11:44:49Z</dcterms:created>
  <dcterms:modified xsi:type="dcterms:W3CDTF">2026-09-24T11:44:49Z</dcterms:modified>
</cp:coreProperties>
</file>