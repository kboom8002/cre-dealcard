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 브로커  |  이천부동산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864608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50840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투자 포인트 및 자산 분석 내용은 IM 본문을 참조하시기 바랍니다.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85만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OCC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RevPAR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80.75만 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 및 변동성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85만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OCC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RevPAR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80.75만 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CJ대한통운 10년 장기계약 만실 운영 중입니다.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20.70억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4.05억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474.8억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22.5억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225.0억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227.3억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452.3억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227.3억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182.3억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3PL 대형 임차인의 장기 안정수익과 냉동냉장 특화 시설의 희소성이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임차인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 10년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장기계약 보장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2026-09-06T13:36:51Z</dcterms:created>
  <dcterms:modified xsi:type="dcterms:W3CDTF">2026-09-06T13:36:51Z</dcterms:modified>
</cp:coreProperties>
</file>