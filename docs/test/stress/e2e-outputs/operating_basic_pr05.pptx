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operating 포스처 테스트 문서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물류센터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물류센터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36393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36393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4078224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187952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이천부동산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물류 브로커  |  이천부동산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 물류센터 3층 규모 냉동냉장 겸용 시설입니다.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308528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3120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3120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14136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8728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8728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5,500평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19743" y="1965960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4335" y="2093976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천장고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84335" y="2313432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도크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7512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08528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3120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473120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114136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8728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8728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8919743" y="3090672"/>
            <a:ext cx="2641016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84335" y="3218688"/>
            <a:ext cx="2311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084335" y="3438144"/>
            <a:ext cx="231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02920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해당 권역 업무·상업 중심지 배후 수요 확보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143000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해당 권역 소재 단독 빌딩 매입 기회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2920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안정적 임대수익 기반 투자 매물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49323" y="14813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간선버스 인접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89320" y="19385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193852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49323" y="193852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주요 상업·업무 권역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89320" y="2505456"/>
            <a:ext cx="5571439" cy="658368"/>
          </a:xfrm>
          <a:prstGeom prst="roundRect">
            <a:avLst>
              <a:gd name="adj" fmla="val 8333"/>
            </a:avLst>
          </a:prstGeom>
          <a:solidFill>
            <a:srgbClr val="BEE3F8"/>
          </a:solidFill>
          <a:ln/>
        </p:spPr>
      </p:sp>
      <p:sp>
        <p:nvSpPr>
          <p:cNvPr id="13" name="Shape 10"/>
          <p:cNvSpPr/>
          <p:nvPr/>
        </p:nvSpPr>
        <p:spPr>
          <a:xfrm>
            <a:off x="5989320" y="2560320"/>
            <a:ext cx="36576" cy="54864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1"/>
          <p:cNvSpPr/>
          <p:nvPr/>
        </p:nvSpPr>
        <p:spPr>
          <a:xfrm>
            <a:off x="6135624" y="2596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135624" y="2798064"/>
            <a:ext cx="531540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배후 상권 기반 안정적 임대 수요</a:t>
            </a: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건축 규제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열람 및 건축 규제 확인 필요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공적장부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 소유권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기재 사항 실물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 및 실거래가 비교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3,000평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0482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482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423160" y="2048256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505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50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천장고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423160" y="2450592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도크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423160" y="285292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20279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F3EBDA"/>
          </a:solidFill>
          <a:ln/>
        </p:spPr>
      </p:sp>
      <p:sp>
        <p:nvSpPr>
          <p:cNvPr id="20" name="Shape 18"/>
          <p:cNvSpPr/>
          <p:nvPr/>
        </p:nvSpPr>
        <p:spPr>
          <a:xfrm>
            <a:off x="7720279" y="1700784"/>
            <a:ext cx="36576" cy="15361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66583" y="1938528"/>
            <a:ext cx="358444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 물류센터 3층 규모 냉동냉장 겸용 시설입니다.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운영지표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호텔 운영 핵심 지표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4754880"/>
            <a:ext cx="6675120" cy="1234440"/>
          </a:xfrm>
          <a:prstGeom prst="roundRect">
            <a:avLst>
              <a:gd name="adj" fmla="val 4444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4809744"/>
            <a:ext cx="36576" cy="11247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" y="4846320"/>
            <a:ext cx="6419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안정성 진단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9224" y="5047488"/>
            <a:ext cx="64190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소재 숙박 자산으로, 안정적 운영 성과를 기반으로 한 GOP 기반 투자 가치를 보유하고 있습니다.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36092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호텔 수익 구조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총매출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243730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832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GOP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08322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984541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49133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GOP Cap Rate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149133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 중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3410712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346557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" y="3502152"/>
            <a:ext cx="518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" y="3703320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운영수익 1.2억, GOP 마진율 약 65%입니다.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6123280" y="3410712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3280" y="346557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6269584" y="3502152"/>
            <a:ext cx="518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GOP 기반 수익 구조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9584" y="3703320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실적 데이터 기반 GOP Cap Rate 산출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호텔 매출은 계약이 아닌 영업 성과에 좌우됩니다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호텔 계절성 및 변동성 분석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연평균 점유율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2920" y="3410712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46557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" y="3502152"/>
            <a:ext cx="518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" y="3703320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운영수익 1.2억, GOP 마진율 약 65%입니다.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123280" y="3410712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3280" y="3465576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9584" y="3502152"/>
            <a:ext cx="518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계절성 및 수요 변동 분석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9584" y="3703320"/>
            <a:ext cx="518144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이천권역 소재 호텔의 계절성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성수기/비수기 OCC 변동폭 및 ADR 탄력성 검토 권장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외국인 투숙 비중에 따른 환율·비자 정책 리스크 고려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700784"/>
            <a:ext cx="36576" cy="15361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737360"/>
            <a:ext cx="6601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운영사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" y="1938528"/>
            <a:ext cx="660196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갑구·을구 권리관계 공적장부 대조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주요 용도 및 위반건축물 여부 확인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실사를 통한 물리적 하자 및 하자보수 이력 점검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01417" y="201168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48716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01417" y="248716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20.7억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962656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01417" y="2962656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4.05억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38144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01417" y="3438144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474.8억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913632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001417" y="3913632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389120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001417" y="4389120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864608"/>
            <a:ext cx="226989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01417" y="4864608"/>
            <a:ext cx="266466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249.8억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69000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7600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7600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6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474.8억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294.8억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249.8억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204.8억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397600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397600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543904" y="4160520"/>
            <a:ext cx="467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543904" y="4361688"/>
            <a:ext cx="467852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80" dirty="0"/>
          </a:p>
        </p:txBody>
      </p:sp>
      <p:sp>
        <p:nvSpPr>
          <p:cNvPr id="35" name="Text 3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493776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0474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501091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3PL 대형 임차인의 장기 안정수익과 냉동냉장 특화 시설의 희소성이 핵심입니다.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임차인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CJ 10년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장기계약 보장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3327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3327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검토 (보증금, 월임대료, 관리비 실입금 내역 및 제소전화해조서)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3327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91860" y="171907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29020" y="1947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2212" y="179222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1860" y="254203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2902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22212" y="261518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91860" y="3364992"/>
            <a:ext cx="5368900" cy="749808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2902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722212" y="3438144"/>
            <a:ext cx="471053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5349240"/>
            <a:ext cx="11057839" cy="45720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422392"/>
            <a:ext cx="1069207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임대차계약서 원본 및 시설 점검 보고서 확인을 권장합니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임대차계약서 원본 및 시설 점검 보고서 확인을 권장합니다.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이천부동산 · 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2026-09-29T02:22:28Z</dcterms:created>
  <dcterms:modified xsi:type="dcterms:W3CDTF">2026-09-29T02:22:28Z</dcterms:modified>
</cp:coreProperties>
</file>