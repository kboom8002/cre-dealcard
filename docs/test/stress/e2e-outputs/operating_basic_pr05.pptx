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520440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3739896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370168" y="3520440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70168" y="3739896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확보 후 GOP 기반 Cap Rate 산출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520440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739896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370168" y="3520440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70168" y="3739896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도심 비즈니스 권역 소재 우량 투자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 및 주변 상업·업무 인프라 밀집 지역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및 토지이용계획 기준 권리관계 정상 확인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수익형 자산으로 안정적 캐시플로우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임차인 계약 유지 중으로 즉시 수익 실현 가능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및 수선유지 비용 정상 운영 상태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2026-09-17T08:53:15Z</dcterms:created>
  <dcterms:modified xsi:type="dcterms:W3CDTF">2026-09-17T08:53:15Z</dcterms:modified>
</cp:coreProperties>
</file>