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조건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대기업 장기 책임임차(Master Lease) 및 첨단 설비 스펙을 바탕으로 공실 리스크 없는 안정적인 운영 성과를 확보하고 있습니다.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2026-08-23T11:28:36Z</dcterms:created>
  <dcterms:modified xsi:type="dcterms:W3CDTF">2026-08-23T11:28:36Z</dcterms:modified>
</cp:coreProperties>
</file>