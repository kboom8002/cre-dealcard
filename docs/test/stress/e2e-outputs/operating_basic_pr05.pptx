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포스처 테스트 문서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66928" y="341071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95935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959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64208" y="395935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64208" y="3959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439826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50799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" y="5943600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 브로커  |  이천부동산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480947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72536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7128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37128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78144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2736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42736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83751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8343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48343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66928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72536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37128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537128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78144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2736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42736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83751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8343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148343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66928" y="3958971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66928" y="4288155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6656" y="4361371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" y="4361371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207008" y="4324731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66928" y="4882642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76656" y="495585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" y="495585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207008" y="4919218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5477129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5550345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656" y="5550345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207008" y="5513705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613331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53328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613331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053328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6053328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99632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99632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30591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30591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87168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12m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87168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30591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98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운영지표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호텔 운영 핵심 지표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4809744"/>
            <a:ext cx="36576" cy="11247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4846320"/>
            <a:ext cx="6419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5047488"/>
            <a:ext cx="641908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소재 숙박 자산으로, 안정적 운영 성과를 기반으로 한 GOP 기반 투자 가치를 보유하고 있습니다.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42492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호텔 수익 구조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총매출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30773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GOP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231343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048549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3141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Cap Rate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13141" y="231343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 중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66928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13232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187288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187288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3" name="Text 21"/>
          <p:cNvSpPr/>
          <p:nvPr/>
        </p:nvSpPr>
        <p:spPr>
          <a:xfrm>
            <a:off x="6333592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기반 수익 구조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333592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실적 데이터 기반 GOP Cap Rate 산출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호텔 매출은 계약이 아닌 영업 성과에 좌우됩니다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호텔 계절성 및 변동성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연평균 점유율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66928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6187288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187288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7" name="Text 15"/>
          <p:cNvSpPr/>
          <p:nvPr/>
        </p:nvSpPr>
        <p:spPr>
          <a:xfrm>
            <a:off x="6333592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계절성 및 수요 변동 분석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333592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소재 호텔의 계절성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성수기/비수기 OCC 변동폭 및 ADR 탄력성 검토 권장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외국인 투숙 비중에 따른 환율·비자 정책 리스크 고려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운영사 요약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13232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7" name="Text 15"/>
          <p:cNvSpPr/>
          <p:nvPr/>
        </p:nvSpPr>
        <p:spPr>
          <a:xfrm>
            <a:off x="7930591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30591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65425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65425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20.7억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65425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4.05억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65425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474.8억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65425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65425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65425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249.8억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474.8억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294.8억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204.8억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07912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07912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3PL 대형 임차인의 장기 안정수익과 냉동냉장 특화 시설의 희소성이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임차인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 10년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장기계약 보장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9728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8622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5586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8622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5586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8622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2026-10-02T04:24:33Z</dcterms:created>
  <dcterms:modified xsi:type="dcterms:W3CDTF">2026-10-02T04:24:33Z</dcterms:modified>
</cp:coreProperties>
</file>