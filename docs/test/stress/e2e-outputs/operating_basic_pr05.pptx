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operating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물류센터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63931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6393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물류센터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00200" y="363931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00200" y="36393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078224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4187952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이천부동산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 브로커  |  이천부동산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 물류센터 3층 규모 냉동냉장 겸용 시설입니다.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3,000평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5,500평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천장고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12m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도크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12개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8919743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84335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84335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549323" y="14813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989320" y="19385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9385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549323" y="19385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 주요 상업·업무 권역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989320" y="250545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5989320" y="2560320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35624" y="259689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35624" y="279806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5,500평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건축 규제 확인 필요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 실물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5,500평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505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천장고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5059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12m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02920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852928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도크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423160" y="2852928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12개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20" name="Shape 18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 물류센터 3층 규모 냉동냉장 겸용 시설입니다.</a:t>
            </a:r>
            <a:endParaRPr lang="en-US" sz="980" dirty="0"/>
          </a:p>
        </p:txBody>
      </p:sp>
      <p:sp>
        <p:nvSpPr>
          <p:cNvPr id="23" name="Text 2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운영지표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25880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 호텔 운영 핵심 지표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4754880"/>
            <a:ext cx="6675120" cy="1234440"/>
          </a:xfrm>
          <a:prstGeom prst="roundRect">
            <a:avLst>
              <a:gd name="adj" fmla="val 4444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4809744"/>
            <a:ext cx="36576" cy="11247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" y="4846320"/>
            <a:ext cx="6419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안정성 진단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9224" y="5047488"/>
            <a:ext cx="641908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 소재 숙박 자산으로, 안정적 운영 성과를 기반으로 한 GOP 기반 투자 가치를 보유하고 있습니다.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736092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매출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2588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 호텔 수익 구조 분석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3736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총매출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필요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4243730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08322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GOP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08322" y="231343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필요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984541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49133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GOP Cap Rate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149133" y="231343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산출 중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502920" y="3410712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502920" y="346557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649224" y="3502152"/>
            <a:ext cx="5181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49224" y="3703320"/>
            <a:ext cx="518144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운영수익 1.2억, GOP 마진율 약 65%입니다.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6123280" y="3410712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22" name="Shape 20"/>
          <p:cNvSpPr/>
          <p:nvPr/>
        </p:nvSpPr>
        <p:spPr>
          <a:xfrm>
            <a:off x="6123280" y="346557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3" name="Text 21"/>
          <p:cNvSpPr/>
          <p:nvPr/>
        </p:nvSpPr>
        <p:spPr>
          <a:xfrm>
            <a:off x="6269584" y="3502152"/>
            <a:ext cx="5181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GOP 기반 수익 구조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269584" y="3703320"/>
            <a:ext cx="518144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실적 데이터 기반 GOP Cap Rate 산출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호텔 매출은 계약이 아닌 영업 성과에 좌우됩니다</a:t>
            </a:r>
            <a:endParaRPr lang="en-US" sz="980" dirty="0"/>
          </a:p>
        </p:txBody>
      </p:sp>
      <p:sp>
        <p:nvSpPr>
          <p:cNvPr id="25" name="Text 2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Seasonality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계절성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2588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 호텔 계절성 및 변동성 분석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3736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연평균 점유율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02920" y="3410712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2" name="Shape 10"/>
          <p:cNvSpPr/>
          <p:nvPr/>
        </p:nvSpPr>
        <p:spPr>
          <a:xfrm>
            <a:off x="502920" y="346557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649224" y="3502152"/>
            <a:ext cx="5181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49224" y="3703320"/>
            <a:ext cx="518144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운영수익 1.2억, GOP 마진율 약 65%입니다.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6123280" y="3410712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6" name="Shape 14"/>
          <p:cNvSpPr/>
          <p:nvPr/>
        </p:nvSpPr>
        <p:spPr>
          <a:xfrm>
            <a:off x="6123280" y="346557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7" name="Text 15"/>
          <p:cNvSpPr/>
          <p:nvPr/>
        </p:nvSpPr>
        <p:spPr>
          <a:xfrm>
            <a:off x="6269584" y="3502152"/>
            <a:ext cx="5181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계절성 및 수요 변동 분석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269584" y="3703320"/>
            <a:ext cx="518144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 소재 호텔의 계절성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성수기/비수기 OCC 변동폭 및 ADR 탄력성 검토 권장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외국인 투숙 비중에 따른 환율·비자 정책 리스크 고려</a:t>
            </a:r>
            <a:endParaRPr lang="en-US" sz="980" dirty="0"/>
          </a:p>
        </p:txBody>
      </p:sp>
      <p:sp>
        <p:nvSpPr>
          <p:cNvPr id="19" name="Text 1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Operator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645920"/>
            <a:ext cx="6858000" cy="1645920"/>
          </a:xfrm>
          <a:prstGeom prst="roundRect">
            <a:avLst>
              <a:gd name="adj" fmla="val 3333"/>
            </a:avLst>
          </a:prstGeom>
          <a:solidFill>
            <a:srgbClr val="BEE3F8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" y="1700784"/>
            <a:ext cx="36576" cy="15361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737360"/>
            <a:ext cx="6601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운영사 요약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9224" y="1938528"/>
            <a:ext cx="660196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갑구·을구 권리관계 공적장부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주요 용도 및 위반건축물 여부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실사를 통한 물리적 하자 및 하자보수 이력 점검</a:t>
            </a:r>
            <a:endParaRPr lang="en-US" sz="980" dirty="0"/>
          </a:p>
        </p:txBody>
      </p:sp>
      <p:sp>
        <p:nvSpPr>
          <p:cNvPr id="10" name="Shape 8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2" name="Shape 10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자산 개요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검토 대상 상업용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임대차 계약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인접 인프라 및 입지 환경 분석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6" name="Shape 14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7" name="Text 15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수익 및 운영 현황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검토 대상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계약 조건 및 운영비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매입 후 운용 계획에 따른 수익성 분석</a:t>
            </a:r>
            <a:endParaRPr lang="en-US" sz="980" dirty="0"/>
          </a:p>
        </p:txBody>
      </p:sp>
      <p:sp>
        <p:nvSpPr>
          <p:cNvPr id="19" name="Text 1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01417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01417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20.7억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01417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4.05억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01417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474.8억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01417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31520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01417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01417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249.8억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6900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9760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7600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474.8억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294.8억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249.8억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204.8억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397600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397600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543904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543904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23160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3PL 대형 임차인의 장기 안정수익과 냉동냉장 특화 시설의 희소성이 핵심입니다.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단일 임차인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CJ 10년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장기계약 보장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3327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3327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검토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3327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2221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9186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2221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2221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2376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임대차계약서 원본 및 시설 점검 보고서 확인을 권장합니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임대차계약서 원본 및 시설 점검 보고서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이천부동산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2026-09-24T11:23:17Z</dcterms:created>
  <dcterms:modified xsi:type="dcterms:W3CDTF">2026-09-24T11:23:17Z</dcterms:modified>
</cp:coreProperties>
</file>