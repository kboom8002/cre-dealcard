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6" name="Text 2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KPI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Revenue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6858000" cy="2743200"/>
          </a:xfrm>
          <a:prstGeom prst="roundRect">
            <a:avLst>
              <a:gd name="adj" fmla="val 2000"/>
            </a:avLst>
          </a:prstGeom>
          <a:solidFill>
            <a:srgbClr val="DBEAF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17904"/>
            <a:ext cx="36576" cy="263347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57276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가치 제안 (Value Proposition)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49808" y="1792224"/>
            <a:ext cx="6528816" cy="2340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09344"/>
            <a:ext cx="3840480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8879" y="1737360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948879" y="1920240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500" dirty="0"/>
          </a:p>
        </p:txBody>
      </p:sp>
      <p:sp>
        <p:nvSpPr>
          <p:cNvPr id="13" name="Shape 11"/>
          <p:cNvSpPr/>
          <p:nvPr/>
        </p:nvSpPr>
        <p:spPr>
          <a:xfrm>
            <a:off x="7784287" y="3035808"/>
            <a:ext cx="3840480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8879" y="3163824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948879" y="3346704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500" dirty="0"/>
          </a:p>
        </p:txBody>
      </p:sp>
      <p:sp>
        <p:nvSpPr>
          <p:cNvPr id="16" name="Shape 14"/>
          <p:cNvSpPr/>
          <p:nvPr/>
        </p:nvSpPr>
        <p:spPr>
          <a:xfrm>
            <a:off x="7784287" y="4462272"/>
            <a:ext cx="3840480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48879" y="459028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948879" y="4773168"/>
            <a:ext cx="3511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2026-08-16T08:22:37Z</dcterms:created>
  <dcterms:modified xsi:type="dcterms:W3CDTF">2026-08-16T08:22:37Z</dcterms:modified>
</cp:coreProperties>
</file>