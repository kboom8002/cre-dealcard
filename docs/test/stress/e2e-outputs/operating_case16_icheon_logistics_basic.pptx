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물류센터, 희망가 450억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실질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마진율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이천권역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450억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물류센터,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자산으로서 현황과 실적은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및 운영 손익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물류센터을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2.94%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2026-09-05T11:13:28Z</dcterms:created>
  <dcterms:modified xsi:type="dcterms:W3CDTF">2026-09-05T11:13:28Z</dcterms:modified>
</cp:coreProperties>
</file>