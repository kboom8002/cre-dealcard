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operating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내 물류센터, 매각 희망가 450억.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실질 GOP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마진율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true,"mocked"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이천권역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매각 희망가 450억 대비 안정적인 월 임대수익 창출 구조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잔여 용적률 활용 밸류업 기회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물류센터,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자산으로서 현황과 실적은 어떠한가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754880"/>
            <a:ext cx="6675120" cy="1234440"/>
          </a:xfrm>
          <a:prstGeom prst="roundRect">
            <a:avLst>
              <a:gd name="adj" fmla="val 4444"/>
            </a:avLst>
          </a:prstGeom>
          <a:solidFill>
            <a:srgbClr val="BEE3F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4809744"/>
            <a:ext cx="36576" cy="11247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4864608"/>
            <a:ext cx="6345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안정성 진단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508406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대기업 장기 책임임차(Master Lease) 및 첨단 설비 스펙을 바탕으로 공실 리스크 없는 안정적인 운영 성과를 확보하고 있습니다.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742492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및 운영 손익 구조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(Gross Operating Profit)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총 매출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영업 매출 수지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31520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AI/실적 추정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430773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7233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운영비 (OPEX)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472330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인건비, 재료비, 유틸리티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472330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마진율 차감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8048549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13141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GOP (영업이익)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213141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영업 매출 × GOP 마진율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213141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실질 운영 수익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566928" y="331927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4472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Cap Rate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31520" y="363016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 대비 GOP 비율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31520" y="399592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가치 기준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566928" y="4626864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25" name="Shape 23"/>
          <p:cNvSpPr/>
          <p:nvPr/>
        </p:nvSpPr>
        <p:spPr>
          <a:xfrm>
            <a:off x="566928" y="4681728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6" name="Text 24"/>
          <p:cNvSpPr/>
          <p:nvPr/>
        </p:nvSpPr>
        <p:spPr>
          <a:xfrm>
            <a:off x="749808" y="4736592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49808" y="4956048"/>
            <a:ext cx="51082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수익 구조가 아닌 영업 총매출에서 직접 운영비를 차감한 GOP 기반의 실질 수익성을 분석합니다. [주의] 객단가(ADR) 및 가동률(OCC) 관리를 통한 지속적 GOP 마진 개선이 핵심입니다.</a:t>
            </a:r>
            <a:endParaRPr lang="en-US" sz="930" dirty="0"/>
          </a:p>
        </p:txBody>
      </p:sp>
      <p:sp>
        <p:nvSpPr>
          <p:cNvPr id="28" name="Shape 26"/>
          <p:cNvSpPr/>
          <p:nvPr/>
        </p:nvSpPr>
        <p:spPr>
          <a:xfrm>
            <a:off x="6187288" y="4626864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29" name="Shape 27"/>
          <p:cNvSpPr/>
          <p:nvPr/>
        </p:nvSpPr>
        <p:spPr>
          <a:xfrm>
            <a:off x="6187288" y="4681728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0" name="Text 28"/>
          <p:cNvSpPr/>
          <p:nvPr/>
        </p:nvSpPr>
        <p:spPr>
          <a:xfrm>
            <a:off x="6370168" y="4736592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370168" y="4956048"/>
            <a:ext cx="51082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[주의] 객단가(ADR) 및 가동률(OCC) 관리를 통한 지속적 GOP 마진 개선이 핵심입니다.</a:t>
            </a:r>
            <a:endParaRPr lang="en-US" sz="930" dirty="0"/>
          </a:p>
        </p:txBody>
      </p:sp>
      <p:sp>
        <p:nvSpPr>
          <p:cNvPr id="32" name="Text 30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물류센터을 사야 하는가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133856" y="1005840"/>
            <a:ext cx="10490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밸류업 시나리오 (AI 추정)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178808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0.61억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2.86%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0.98억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2.94%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534924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545896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2487168" y="542239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2026-08-23T11:28:47Z</dcterms:created>
  <dcterms:modified xsi:type="dcterms:W3CDTF">2026-08-23T11:28:47Z</dcterms:modified>
</cp:coreProperties>
</file>