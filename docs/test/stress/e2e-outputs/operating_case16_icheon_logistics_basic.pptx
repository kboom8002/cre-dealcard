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물류센터, 희망가 450억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4170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8728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188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5188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997467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62059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62059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534009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34009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530352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이천권역 소재 자산으로 중장기 자산 가치 및 안정적 수요 검토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2026-08-26T00:19:19Z</dcterms:created>
  <dcterms:modified xsi:type="dcterms:W3CDTF">2026-08-26T00:19:19Z</dcterms:modified>
</cp:coreProperties>
</file>