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내 물류센터, 매각 희망가 450억.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이천권역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450억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(Gross Operating Profit)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매출 수지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AI/실적 추정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(OPEX)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인건비, 재료비, 유틸리티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마진율 차감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 (영업이익)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매출 × GOP 마진율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실질 운영 수익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GOP 비율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가치 기준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수익 구조가 아닌 영업 총매출에서 직접 운영비를 차감한 GOP 기반의 실질 수익성을 분석합니다. [주의] 객단가(ADR) 및 가동률(OCC) 관리를 통한 지속적 GOP 마진 개선이 핵심입니다.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객단가(ADR) 및 가동률(OCC) 관리를 통한 지속적 GOP 마진 개선이 핵심입니다.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이천권역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이천권역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2026-08-23T09:54:05Z</dcterms:created>
  <dcterms:modified xsi:type="dcterms:W3CDTF">2026-08-23T09:54:05Z</dcterms:modified>
</cp:coreProperties>
</file>