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내 물류센터, 매각 희망가 450억.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실질 GOP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5억 원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마진율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66928" y="34290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5570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1520" y="37398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 / 메디컬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3377108" y="34290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41700" y="35570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541700" y="37398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6187288" y="34290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51880" y="35570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351880" y="37398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8997467" y="34290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62059" y="35570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9162059" y="37398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566928" y="4937760"/>
            <a:ext cx="5437480" cy="109728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928" y="4992624"/>
            <a:ext cx="36576" cy="9875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" y="504748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49808" y="5266944"/>
            <a:ext cx="51082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이천권역 대로변 입지의 우량 메디컬 테넌트 만실 운영 자산입니다.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{"ok":true,"mocked":true,"extractedFields":{"area_signal":"역…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물류센터,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 / 메디컬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6576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72968" y="365760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1대 (15인승 침대용)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66928" y="405993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05993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대수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172968" y="40599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18대 (자주식 완비)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66928" y="446227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4622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주구조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172968" y="446227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철근콘크리트구조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66928" y="486460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86460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172968" y="486460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DBEAFE"/>
          </a:solidFill>
          <a:ln/>
        </p:spPr>
      </p:sp>
      <p:sp>
        <p:nvSpPr>
          <p:cNvPr id="34" name="Shape 3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5" name="Text 3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이천권역 대로변 입지의 우량 메디컬 테넌트 만실 운영 자산입니다.</a:t>
            </a:r>
            <a:endParaRPr lang="en-US" sz="930" dirty="0"/>
          </a:p>
        </p:txBody>
      </p:sp>
      <p:sp>
        <p:nvSpPr>
          <p:cNvPr id="37" name="Text 3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KPI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자산으로서 현황과 실적은 어떠한가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DBEAFE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4809744"/>
            <a:ext cx="36576" cy="11247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864608"/>
            <a:ext cx="6345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49808" y="50840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대기업 장기 책임임차(Master Lease) 및 첨단 설비 스펙을 바탕으로 공실 리스크 없는 안정적인 운영 성과를 확보하고 있습니다.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742492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Revenue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및 운영 손익 구조 분석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72968" y="14173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 (누수/균열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 10년 미만으로 대규모 수선비용 발생 가능성 낮음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4314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4314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4314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914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914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냉난방 설비 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914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주기적 정기 점검 계약 유지로 관리 리스크 최소화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21701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21701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9" name="Shape 17"/>
          <p:cNvSpPr/>
          <p:nvPr/>
        </p:nvSpPr>
        <p:spPr>
          <a:xfrm>
            <a:off x="8121701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0" name="Text 18"/>
          <p:cNvSpPr/>
          <p:nvPr/>
        </p:nvSpPr>
        <p:spPr>
          <a:xfrm>
            <a:off x="8350301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350301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병의원/약국 인테리어 투자비(호실당 5억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350301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3.5년 확보 및 만기 6개월 전 재계약 협상 개시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621792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5193792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5" name="Text 23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총평: 자산의 물리적·권리적 하자가 없으며, 세부 임대차 계약서 및 등기사항증명서는 LOI 접수 후 원본 열람 검토 여지가 있으나, 관련 법규·인허가·시설 요건의 현장 확인이 필요합니다..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78638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물류센터을 사야 하는가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9509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밸류업 시나리오 (AI 추정)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513892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2486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441448" y="5230368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 &gt; 밸류업 시나리오는 AI 추정이며 실제 시장 조건에 따라 다를 수 있습니다.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2026-08-16T06:16:40Z</dcterms:created>
  <dcterms:modified xsi:type="dcterms:W3CDTF">2026-08-16T06:16:40Z</dcterms:modified>
</cp:coreProperties>
</file>