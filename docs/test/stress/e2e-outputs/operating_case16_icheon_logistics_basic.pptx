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operating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물류센터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물류센터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450억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450억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이천권역 내 물류센터, 매각 희망가 450억. 입지·임대차 현황을 감안할 때 투자 검토 가치가 있는 물건입니다.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450억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실질 GOP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5억 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GOP 마진율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true,"mocked"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강남역(2호선·신분당선) 및 양재역(3호선) 더블역세권 도보 4분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 조건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대로변 접면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진출입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상권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53328" y="3995928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399592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 인프라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70475" y="399592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반경 300m 내 주요 임차 업종, 은행, 대형 베이커리 밀집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물류센터, 어떤 자산인가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true,"mocked":true,"extractedFields":{"area_signal":"역삼","asset_type":"오피스빌딩","price_band":"300억","size_signal":"3000평(약 9917.4㎡)"},"extractedFacts":{"region":"역삼","exactAddressCandidate":"역삼동 742-1","assetType":"오피스빌딩","priceText":"300억","sizeText":"3000평(약 9917.4㎡)","currentUse":"오피스","currentUseSignal":"근린생활시설","leaseSignal":"임대중","vacancySignal":"공실없음","tenantNames":"쿠팡","네이버","unitRentTexts":"301호: 1500만","sellerMotivationText":"자산 효율화","brokerNotes":"초역세권 매물"},"detectedSensitiveFields":"exact_address","tenant_name","ambiguousFields":,"warnings":,"areaSignal":"역삼","assetType":"오피스빌딩","priceBand":"300억","sizeSignal":"3000평(약 9917.4㎡)","dealType":"매각","buildingName":"역삼 센트럴타워","exactAddress":"역삼동 742-1","totalFloorArea":9917.3,"buildYear":2015,"currentUseSignal":"근린생활시설","vacancySignal":"공실 없음","fitSummary":"초역세권 근생 빌딩으로 시행/사옥 매입에 최적화","cautionSummary":"주요 임차 업종 만기 조율 필요","hiddenFields":"exact_address","seller_motivation","confidence":{"areaSignal":"confirmed","assetType":"confirmed","priceBand":"ai_hypothesis","fitSummary":"ai_hypothesis"},"missingData":"sizeSignal","boundaryNote":"본 자료는 실거래 통계 기반 참고치입니다.","buyerType":"법인 사옥형","budgetRange":{"min":50,"max":80,"display":"50억~80억"},"preferredRegions":"강남","성수","assetTypes":"꼬마빌딩","사옥용","purchasePurpose":"사옥용 매입","mustHave":"초역세권","주차","niceToHave":"테라스","루프탑","riskTolerance":"medium","financingNote":"자본금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예산(50-80억)에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부탁드립니다.","title":"강남 역삼역 초역세권 오피스 사옥용 빌딩 매각","shortSummary":"역삼역 도보 5분 거리의 준신축급 대형 오피스빌딩입니다.","dealPoints":"초역세권","사옥 최적","cautionPoints":"명도 조율 필요","hiddenInfoNotice":"보증금 및 지번은 인가 후 확인 가능","gateMessage":"G1 등급 등록이 필요합니다.","kakaoText":"강남 역삼역 오피스 빌딩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가능","region":"성수동","areaSqm":150,"deposit":5000,"monthlyRent":400,"maintenanceFee":50,"availableFrom":"즉시입주","leaseTermMonths":24,"incentives":{"rentFreeMonths":2,"interiorSupport":"일부 인테리어 지원","freeRentDetail":"렌트프리 2개월 지원"},"shortSummaryLease":"성수역 도보 5분 거리 1층 리테일 상가 매물입니다."}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0" name="Shape 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우수한 가시성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 법정 용적률 완비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침대용 승강기 완비로 병의원 입점 최적화 구조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준공 신축급 상태로 누수·균열 0건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법인 소유로 권리관계 투명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1금융권 담보대출 85억 원 승계 적격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KPI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자산으로서 현황과 실적은 어떠한가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4754880"/>
            <a:ext cx="6675120" cy="123444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4809744"/>
            <a:ext cx="36576" cy="11247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864608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안정성 진단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508406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대기업 장기 책임임차(Master Lease) 및 첨단 설비 스펙을 바탕으로 공실 리스크 없는 안정적인 운영 성과를 확보하고 있습니다.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742492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Revenue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GOP 및 운영 손익 구조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2968" y="14173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true,"mocked":true,"extractedFields":{"area_signal":"역삼","asset_type":"오피스빌딩","price_band":"300억","size_signal":"3000평(약 9917.4㎡)"},"extractedFacts":{"region":"역삼","exactAddressCandidate":"역삼동 742-1","assetType":"오피스빌딩","priceText":"300억","sizeText":"3000평(약 9917.4㎡)","currentUse":"오피스","currentUseSignal":"근린생활시설","leaseSignal":"임대중","vacancySignal":"공실없음","tenantNames":"쿠팡","네이버","unitRentTexts":"301호: 1500만","sellerMotivationText":"자산 효율화","brokerNotes":"초역세권 매물"},"detectedSensitiveFields":"exact_address","tenant_name","ambiguousFields":,"warnings":,"areaSignal":"역삼","assetType":"오피스빌딩","priceBand":"300억","sizeSignal":"3000평(약 9917.4㎡)","dealType":"매각","buildingName":"역삼 센트럴타워","exactAddress":"역삼동 742-1","totalFloorArea":9917.3,"buildYear":2015,"currentUseSignal":"근린생활시설","vacancySignal":"공실 없음","fitSummary":"초역세권 근생 빌딩으로 시행/사옥 매입에 최적화","cautionSummary":"주요 임차 업종 만기 조율 필요","hiddenFields":"exact_address","seller_motivation","confidence":{"areaSignal":"confirmed","assetType":"confirmed","priceBand":"ai_hypothesis","fitSummary":"ai_hypothesis"},"missingData":"sizeSignal","boundaryNote":"본 자료는 실거래 통계 기반 참고치입니다.","buyerType":"법인 사옥형","budgetRange":{"min":50,"max":80,"display":"50억~80억"},"preferredRegions":"강남","성수","assetTypes":"꼬마빌딩","사옥용","purchasePurpose":"사옥용 매입","mustHave":"초역세권","주차","niceToHave":"테라스","루프탑","riskTolerance":"medium","financingNote":"자본금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예산(50-80억)에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부탁드립니다.","title":"강남 역삼역 초역세권 오피스 사옥용 빌딩 매각","shortSummary":"역삼역 도보 5분 거리의 준신축급 대형 오피스빌딩입니다.","dealPoints":"초역세권","사옥 최적","cautionPoints":"명도 조율 필요","hiddenInfoNotice":"보증금 및 지번은 인가 후 확인 가능","gateMessage":"G1 등급 등록이 필요합니다.","kakaoText":"강남 역삼역 오피스 빌딩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가능","region":"성수동","areaSqm":150,"deposit":5000,"monthlyRent":400,"maintenanceFee":50,"availableFrom":"즉시입주","leaseTermMonths":24,"incentives":{"rentFreeMonths":2,"interiorSupport":"일부 인테리어 지원","freeRentDetail":"렌트프리 2개월 지원"},"shortSummaryLease":"성수역 도보 5분 거리 1층 리테일 상가 매물입니다."}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81328"/>
            <a:ext cx="11057839" cy="969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{"ok":true,"mocked":true,"extractedFields":{"area_signal":"역삼","asset_type":"오피스빌딩","price_band":"300억","size_signal":"3000평(약 9917.4㎡)"},"extractedFacts":{"region":"역삼","exactAddressCandidate":"역삼동 742-1","assetType":"오피스빌딩","priceText":"300억","sizeText":"3000평(약 9917.4㎡)","currentUse":"오피스","currentUseSignal":"근린생활시설","leaseSignal":"임대중","vacancySignal":"공실없음","tenantNames":["쿠팡","네이버"],"unitRentTexts":["301호: 1500만"],"sellerMotivationText":"자산 효율화","brokerNotes":["초역세권 매물"]},"detectedSensitiveFields":["exact_address","tenant_name"],"ambiguousFields":[],"warnings":[],"areaSignal":"역삼","assetType":"오피스빌딩","priceBand":"300억","sizeSignal":"3000평(약 9917.4㎡)","dealType":"매각","buildingName":"역삼 센트럴타워","exactAddress":"역삼동 742-1","totalFloorArea":9917.3,"buildYear":2015,"currentUseSignal":"근린생활시설","vacancySignal":"공실 없음","fitSummary":"초역세권 근생 빌딩으로 시행/사옥 매입에 최적화","cautionSummary":"주요 임차 업종 만기 조율 필요","hiddenFields":["exact_address","seller_motivation"],"confidence":{"areaSignal":"confirmed","assetType":"confirmed","priceBand":"ai_hypothesis","fitSummary":"ai_hypothesis"},"missingData":["sizeSignal"],"boundaryNote":"본 자료는 실거래 통계 기반 참고치입니다.","buyerType":"법인 사옥형","budgetRange":{"min":50,"max":80,"display":"50억~80억"},"preferredRegions":["강남","성수"],"assetTypes":["꼬마빌딩","사옥용"],"purchasePurpose":"사옥용 매입","mustHave":["초역세권","주차"],"niceToHave":["테라스","루프탑"],"riskTolerance":"medium","financingNote":"자본금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예산(50-80억)에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부탁드립니다.","title":"강남 역삼역 초역세권 오피스 사옥용 빌딩 매각","shortSummary":"역삼역 도보 5분 거리의 준신축급 대형 오피스빌딩입니다.","dealPoints":["초역세권","사옥 최적"],"cautionPoints":["명도 조율 필요"],"hiddenInfoNotice":["보증금 및 지번은 인가 후 확인 가능"],"gateMessage":"G1 등급 등록이 필요합니다.","kakaoText":"강남 역삼역 오피스 빌딩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가능","region":"성수동","areaSqm":150,"deposit":5000,"monthlyRent":400,"maintenanceFee":50,"availableFrom":"즉시입주","leaseTermMonths":24,"incentives":{"rentFreeMonths":2,"interiorSupport":"일부 인테리어 지원","freeRentDetail":"렌트프리 2개월 지원"},"shortSummaryLease":"성수역 도보 5분 거리 1층 리테일 상가 매물입니다."}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리스크는 무엇이고 대응책은 있는가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0306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물리적 상태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준공 신축급 상태 (누수/균열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 10년 미만으로 대규모 수선비용 발생 가능성 낮음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및 설비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냉난방 설비 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주기적 정기 점검 계약 유지로 관리 리스크 최소화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1701" y="1417320"/>
            <a:ext cx="350306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이탈 위험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병의원/약국 인테리어 투자비(호실당 5억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WALE 3.5년 확보 및 만기 6개월 전 재계약 협상 개시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총평: 자산의 물리적·권리적 하자가 없으며, 세부 임대차 계약서 및 등기사항증명서는 LOI 접수 후 원본 열람 검토 여지가 있으나, 관련 법규·인허가·시설 요건의 현장 확인이 필요합니다..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 이 물류센터을 사야 하는가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밸류업 시나리오 (AI 추정)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248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종합 가치 제안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41448" y="5230368"/>
            <a:ext cx="9000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{"ok":true,"mocked":true,"extractedFields":{"area_signal":"역삼","asset_type":"오피스빌딩","price_band":"300억","size_signal":"3000평(약 9917.4㎡)"},"extractedFacts":{"region":"역삼","exactAddressCandidate":"역삼동 742-1","assetType":"오피스빌딩","priceText":"300억","sizeText":"3000평(약 9917.4㎡)","currentUse":"오피스","currentUseSignal":"근린생활시설","leaseSignal":"임대중","vacancySignal":"공실없음","tenantNames":["쿠팡","네이버"],"unitRentTexts":["301호: 1500만"],"sellerMotivationText":"자산 효율화","brokerNotes":["초역세권 매물"]},"detectedSensitiveFields":["exact_address","tenant_name"],"ambiguousFields":[],"warnings":[],"areaSignal":"역삼","assetType":"오피스빌딩","priceBand":"300억","sizeSignal":"3000평(약 9917.4㎡)","dealType":"매각","buildingName":"역삼 센트럴타워","exactAddress":"역삼동 742-1","totalFloorArea":9917.3,"buildYear":2015,"currentUseSignal":"근린생활시설","vacancySignal":"공실 없음","fitSummary":"초역세권 근생 빌딩으로 시행/사옥 매입에 최적화","cautionSummary":"주요 임차 업종 만기 조율 필요","hiddenFields":["exact_address","seller_motivation"],"confidence":{"areaSignal":"confirmed","assetType":"confirmed","priceBand":"ai_hypothesis","fitSummary":"ai_hypothesis"},"missingData":["sizeSignal"],"boundaryNote":"본 자료는 실거래 통계 기반 참고치입니다.","buyerType":"법인 사옥형","budgetRange":{"min":50,"max":80,"display":"50억~80억"},"preferredRegions":["강남","성수"],"assetTypes":["꼬마빌딩","사옥용"],"purchasePurpose":"사옥용 매입","mustHave":["초역세권","주차"],"niceToHave":["테라스","루프탑"],"riskTolerance":"medium","financingNote":"자본금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예산(50-80억)에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부탁드립니다.","title":"강남 역삼역 초역세권 오피스 사옥용 빌딩 매각","shortSummary":"역삼역 도보 5분 거리의 준신축급 대형 오피스빌딩입니다.","dealPoints":["초역세권","사옥 최적"],"cautionPoints":["명도 조율 필요"],"hiddenInfoNotice":["보증금 및 지번은 인가 후 확인 가능"],"gateMessage":"G1 등급 등록이 필요합니다.","kakaoText":"강남 역삼역 오피스 빌딩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가능","region":"성수동","areaSqm":150,"deposit":5000,"monthlyRent":400,"maintenanceFee":50,"availableFrom":"즉시입주","leaseTermMonths":24,"incentives":{"rentFreeMonths":2,"interiorSupport":"일부 인테리어 지원","freeRentDetail":"렌트프리 2개월 지원"},"shortSummaryLease":"성수역 도보 5분 거리 1층 리테일 상가 매물입니다."} &gt; 밸류업 시나리오는 AI 추정이며 실제 시장 조건에 따라 다를 수 있습니다.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후 다음 단계는 무엇인가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true,"mocked":true,"extractedFields":{"area_signal":"역삼","asset_type":"오피스빌딩","price_band":"300억","size_signal":"3000평(약 9917.4㎡)"},"extractedFacts":{"region":"역삼","exactAddressCandidate":"역삼동 742-1","assetType":"오피스빌딩","priceText":"300억","sizeText":"3000평(약 9917.4㎡)","currentUse":"오피스","currentUseSignal":"근린생활시설","leaseSignal":"임대중","vacancySignal":"공실없음","tenantNames":["쿠팡","네이버"],"unitRentTexts":["301호: 1500만"],"sellerMotivationText":"자산 효율화","brokerNotes":["초역세권 매물"]},"detectedSensitiveFields":["exact_address","tenant_name"],"ambiguousFields":[],"warnings":[],"areaSignal":"역삼","assetType":"오피스빌딩","priceBand":"300억","sizeSignal":"3000평(약 9917.4㎡)","dealType":"매각","buildingName":"역삼 센트럴타워","exactAddress":"역삼동 742-1","totalFloorArea":9917.3,"buildYear":2015,"currentUseSignal":"근린생활시설","vacancySignal":"공실 없음","fitSummary":"초역세권 근생 빌딩으로 시행/사옥 매입에 최적화","cautionSummary":"주요 임차 업종 만기 조율 필요","hiddenFields":["exact_address","seller_motivation"],"confidence":{"areaSignal":"confirmed","assetType":"confirmed","priceBand":"ai_hypothesis","fitSummary":"ai_hypothesis"},"missingData":["sizeSignal"],"boundaryNote":"본 자료는 실거래 통계 기반 참고치입니다.","buyerType":"법인 사옥형","budgetRange":{"min":50,"max":80,"display":"50억~80억"},"preferredRegions":["강남","성수"],"assetTypes":["꼬마빌딩","사옥용"],"purchasePurpose":"사옥용 매입","mustHave":["초역세권","주차"],"niceToHave":["테라스","루프탑"],"riskTolerance":"medium","financingNote":"자본금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예산(50-80억)에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부탁드립니다.","title":"강남 역삼역 초역세권 오피스 사옥용 빌딩 매각","shortSummary":"역삼역 도보 5분 거리의 준신축급 대형 오피스빌딩입니다.","dealPoints":["초역세권","사옥 최적"],"cautionPoints":["명도 조율 필요"],"hiddenInfoNotice":["보증금 및 지번은 인가 후 확인 가능"],"gateMessage":"G1 등급 등록이 필요합니다.","kakaoText":"강남 역삼역 오피스 빌딩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가능","region":"성수동","areaSqm":150,"deposit":5000,"monthlyRent":400,"maintenanceFee":50,"availableFrom":"즉시입주","leaseTermMonths":24,"incentives":{"rentFreeMonths":2,"interiorSupport":"일부 인테리어 지원","freeRentDetail":"렌트프리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자료(등기·임대차계약서) 및 1:1 비밀 상담은 담당 전문 중개사를 통해 제공됩니다.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2026-08-16T08:22:52Z</dcterms:created>
  <dcterms:modified xsi:type="dcterms:W3CDTF">2026-08-16T08:22:52Z</dcterms:modified>
</cp:coreProperties>
</file>