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0020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0020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확인 중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2048256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2423160" y="2048256"/>
            <a:ext cx="49377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80" dirty="0"/>
          </a:p>
        </p:txBody>
      </p:sp>
      <p:sp>
        <p:nvSpPr>
          <p:cNvPr id="17" name="Text 1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사용계획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0482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2048256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20279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20279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866583" y="1938528"/>
            <a:ext cx="358444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80" dirty="0"/>
          </a:p>
        </p:txBody>
      </p:sp>
      <p:sp>
        <p:nvSpPr>
          <p:cNvPr id="15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74.9억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142.4억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88.4억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74.9억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61.4억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검토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2026-09-23T02:52:35Z</dcterms:created>
  <dcterms:modified xsi:type="dcterms:W3CDTF">2026-09-23T02:52:35Z</dcterms:modified>
</cp:coreProperties>
</file>