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8795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알스퀘어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이민규  |  알스퀘어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단독 통사옥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512.4평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9323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989320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35624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35624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512.4평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512.4평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0279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0279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6583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단독 통사옥 빌딩입니다.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12대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 휴게정원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0279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0279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6583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명도 완료, 즉시 사옥 입주 가능합니다.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01417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01417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6.21억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1417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1.22억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01417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142.4억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01417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01417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01417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74.9억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900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142.4억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74.9억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397600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397600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543904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43904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IT산업 거점으로서의 입지 가치와 통사옥 희소성을 갖추고 있습니다.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 용도제한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허용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확인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3327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186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221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186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221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186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221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활용 레이아웃 설계 및 인테리어 비용 산정을 권장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활용 레이아웃 설계 및 인테리어 비용 산정을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알스퀘어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2026-09-29T02:22:27Z</dcterms:created>
  <dcterms:modified xsi:type="dcterms:W3CDTF">2026-09-29T02:22:27Z</dcterms:modified>
</cp:coreProperties>
</file>