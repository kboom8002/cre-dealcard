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통근·접근성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120640" cy="4114800"/>
          </a:xfrm>
          <a:prstGeom prst="roundRect">
            <a:avLst>
              <a:gd name="adj" fmla="val 133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0784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BEE3F8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권역 입지 분석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993392"/>
            <a:ext cx="4608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교통망 및 입지 인프라 실사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608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자산의 대중교통 접근성 및 반경 1km 내 비즈니스·상업 인프라 집적도를 현장 조사 기준으로 검증합니다.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4608576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9169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8620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간선도로 및 광역 대중교통(지하철·버스) 환승 노선 접근성 실사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455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4907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5분~10분 반경 유동인구 집객 동선 및 배후 수요층 집중도 평가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1742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1193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주요 앵커 오피스 및 핵심 상업시설 인지도·집객 영향력 분석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48028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7480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인근 도시교통계획망 신설 및 도로 확장 개발 호재 영향 점검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053328" y="14813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권역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13331" y="14813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도심 핵심 권역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53328" y="18288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8288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13331" y="18288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노선 인접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53328" y="21762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53328" y="217627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인프라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13331" y="217627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및 상업 편의시설 밀집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2026-10-05T15:09:49Z</dcterms:created>
  <dcterms:modified xsi:type="dcterms:W3CDTF">2026-10-05T15:09:49Z</dcterms:modified>
</cp:coreProperties>
</file>