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알스퀘어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이민규  |  알스퀘어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IT밸리 단독 통사옥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18728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188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층고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351880" y="2276856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4.2m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성수역 3번 출구 도보 5분입니다.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성수역 3번 출구 도보 5분입니다.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층고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4.2m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IT밸리 단독 통사옥 빌딩입니다.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적합성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자주식 주차 12대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자주식 주차 12대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옥상 휴게정원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옥상 휴게정원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명도 완료, 즉시 사옥 입주 가능합니다.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비용 비교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vs 임차 연간 비용 비교 결과, 약 2.5억 원 절감 효과가 있습니다.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준공업 용도제한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 허용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확인 완료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IT산업 거점으로서의 입지 가치와 통사옥 희소성을 갖추고 있습니다.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활용 레이아웃 설계 및 인테리어 비용 산정을 권장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활용 레이아웃 설계 및 인테리어 비용 산정을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알스퀘어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2026-08-25T13:22:45Z</dcterms:created>
  <dcterms:modified xsi:type="dcterms:W3CDTF">2026-08-25T13:22:45Z</dcterms:modified>
</cp:coreProperties>
</file>