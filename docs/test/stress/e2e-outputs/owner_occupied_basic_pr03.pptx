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적합성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84832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2" name="Shape 10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완료, 즉시 사옥 입주 가능합니다.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비교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vs 임차 연간 비용 비교 결과, 약 2.5억 원 절감 효과가 있습니다.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135.7억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2026-09-06T13:11:32Z</dcterms:created>
  <dcterms:modified xsi:type="dcterms:W3CDTF">2026-09-06T13:11:32Z</dcterms:modified>
</cp:coreProperties>
</file>