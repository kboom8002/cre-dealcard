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이민규  |  알스퀘어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4.2m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적합성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84832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2" name="Shape 10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명도 완료, 즉시 사옥 입주 가능합니다.</a:t>
            </a:r>
            <a:endParaRPr lang="en-US" sz="930" dirty="0"/>
          </a:p>
        </p:txBody>
      </p:sp>
      <p:sp>
        <p:nvSpPr>
          <p:cNvPr id="15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 비교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vs 임차 연간 비용 비교 결과, 약 2.5억 원 절감 효과가 있습니다.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6.21억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68.2억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135.7억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81.7억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68.2억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54.7억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IT산업 거점으로서의 입지 가치와 통사옥 희소성을 갖추고 있습니다.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준공업 용도제한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허용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확인 완료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2026-09-06T11:21:46Z</dcterms:created>
  <dcterms:modified xsi:type="dcterms:W3CDTF">2026-09-06T11:21:46Z</dcterms:modified>
</cp:coreProperties>
</file>