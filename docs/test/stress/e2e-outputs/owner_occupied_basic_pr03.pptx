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성수역 3번 출구 도보 5분입니다.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성수역 3번 출구 도보 5분입니다.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적합성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비교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vs 임차 연간 비용 비교 결과, 약 2.5억 원 절감 효과가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2026-08-23T11:28:35Z</dcterms:created>
  <dcterms:modified xsi:type="dcterms:W3CDTF">2026-08-23T11:28:35Z</dcterms:modified>
</cp:coreProperties>
</file>