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소재 사옥, 희망가 135억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8,925,606원/평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10.6년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성수권역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135억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상세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517904"/>
            <a:ext cx="6492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1874520"/>
            <a:ext cx="6492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485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28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22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36422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422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422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044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87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81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64981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981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81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60307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34627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54083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6" name="Text 24"/>
          <p:cNvSpPr/>
          <p:nvPr/>
        </p:nvSpPr>
        <p:spPr>
          <a:xfrm>
            <a:off x="9354083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354083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54083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LOI(투자의향서) 제출 → 가격 협의 개시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2026-08-26T00:19:17Z</dcterms:created>
  <dcterms:modified xsi:type="dcterms:W3CDTF">2026-08-26T00:19:17Z</dcterms:modified>
</cp:coreProperties>
</file>