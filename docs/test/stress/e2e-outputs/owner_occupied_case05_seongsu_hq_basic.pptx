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owner_occupied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135억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135억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성수권역 소재 사옥, 희망가 135억 투자 검토 자료입니다.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135억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평당 매매가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8,925,606원/평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임대료 절감액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12.7억 원/년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자가전환 손익분기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10.6년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성수권역 소재 자산으로 중장기 자산 가치 및 안정적 수요 검토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구조: 135억 수준의 가격대 및 현 임대차 기반의 현금흐름 분석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점검: 계약서 및 공부 확인을 통한 권리관계·물리적 상태 정밀 진단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 · 개별공시지가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일반상업지역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매물, 어떤 자산인가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사옥으로 활용하기에 적합한가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 Lease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자가 사용 vs 임차 유지, 무엇이 유리한가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Commute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통근 및 접근성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자산가치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및 자본 조달 구조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95528" y="201168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670661" y="201168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135.0억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5528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" y="248716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670661" y="248716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6.21억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95528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" y="2962656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670661" y="2962656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1.22억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5528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3438144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670661" y="3438144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142.4억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95528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5528" y="3913632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670661" y="3913632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6.8억 원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95528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" y="438912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670661" y="438912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67.5억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95528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5528" y="486460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670661" y="486460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68.2억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3300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6160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61608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135.7억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3.78%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81.7억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3.11%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68.2억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2.77%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54.7억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2.27%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461608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461608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644488" y="4178808"/>
            <a:ext cx="4605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644488" y="4398264"/>
            <a:ext cx="46053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30" dirty="0"/>
          </a:p>
        </p:txBody>
      </p:sp>
      <p:sp>
        <p:nvSpPr>
          <p:cNvPr id="35" name="Text 3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지금 이 매물을 사야 하는가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932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5663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 리스크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및 확인 필요사항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1556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0450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5586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0450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5586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0450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5760720"/>
            <a:ext cx="11057839" cy="59436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833872"/>
            <a:ext cx="10692079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공부 발췌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표제부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5,000㎡ (1512.5평)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2026-09-06T10:40:52Z</dcterms:created>
  <dcterms:modified xsi:type="dcterms:W3CDTF">2026-09-06T10:40:52Z</dcterms:modified>
</cp:coreProperties>
</file>