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소재 사옥, 희망가 76억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5,024,786원/평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강남권역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76억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 및 접근성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3.50억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0.68억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80.2억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38.0억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38.4억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76.4억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46.0억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38.4억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2026-09-06T11:17:05Z</dcterms:created>
  <dcterms:modified xsi:type="dcterms:W3CDTF">2026-09-06T11:17:05Z</dcterms:modified>
</cp:coreProperties>
</file>