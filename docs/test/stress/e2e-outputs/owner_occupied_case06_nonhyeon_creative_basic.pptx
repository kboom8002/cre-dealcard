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사옥, 매각 희망가 76억.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이전 시 브랜딩 가치 향상 및 장기 사옥 소요 충족이 검토 여지가 있으나, 관련 법규·인허가·시설 요건의 현장 확인이 필요합니다..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2026-08-16T08:22:46Z</dcterms:created>
  <dcterms:modified xsi:type="dcterms:W3CDTF">2026-08-16T08:22:46Z</dcterms:modified>
</cp:coreProperties>
</file>