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54170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100%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188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62059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34290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5818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86791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8679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383133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45312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456285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456285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452628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148072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5257800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5257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5221224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3.50억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2026-09-05T11:13:23Z</dcterms:created>
  <dcterms:modified xsi:type="dcterms:W3CDTF">2026-09-05T11:13:23Z</dcterms:modified>
</cp:coreProperties>
</file>