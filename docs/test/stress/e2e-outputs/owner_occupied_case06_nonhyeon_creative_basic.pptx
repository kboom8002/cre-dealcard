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사옥, 매각 희망가 76억.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강남권역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76억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3360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3360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3061960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1960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1960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99792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9792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328392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8392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28392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6224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6224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7594824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분쟁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94824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정상 임대차 상태 (임대료 연체 0건)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594824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분쟁 및 소송 이력 없음 (명도 리스크 극소)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32655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32655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9861255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금융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61255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 (가압류/가처분 일체 없음)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61255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기존 담보대출 85억(연 4.1%) 승계 적격 판정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2026-08-23T01:22:38Z</dcterms:created>
  <dcterms:modified xsi:type="dcterms:W3CDTF">2026-08-23T01:22:38Z</dcterms:modified>
</cp:coreProperties>
</file>