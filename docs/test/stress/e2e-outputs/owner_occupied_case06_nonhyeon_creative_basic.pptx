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사옥, 매각 희망가 76억.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강남권역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76억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입주 적합성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수용 가능 인원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50~150명 수용 가능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독점성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단독 사용 구조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접근성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지상/지하 주차 및 대중교통 우수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파사드 브랜딩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전면 간판 설치 가능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연면적 약 1513평(약 5001.7㎡) (대지 약 303평(약 1001.7㎡)) 규모로, 본사 사옥 및 대형 사업장 입주에 적합한 공간 스펙을 갖추고 있습니다.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784287" y="365760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84287" y="371246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7967167" y="3767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967167" y="398678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사옥 이전 시 브랜딩 가치 향상 및 장기 사옥 소요 충족이 가능합니다.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2026-08-23T11:28:44Z</dcterms:created>
  <dcterms:modified xsi:type="dcterms:W3CDTF">2026-08-23T11:28:44Z</dcterms:modified>
</cp:coreProperties>
</file>