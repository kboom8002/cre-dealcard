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내 사옥, 매각 희망가 95억.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및 도로 접근성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및 양재역(3호선) 더블역세권 도보 4분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접면 조건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대로변 접면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차량 진출입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경부고속도로 서초IC 및 테헤란로 3분 내 진입 가능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53328" y="311810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118104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수요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0475" y="3118104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테헤란로 IT밸리 및 서초 법조타운 오피스 상주인구 30만 배후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53328" y="355701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557016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 상권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70475" y="3557016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약국 및 상층부 안과·피부과 전문의원 집적 의료 특화 상권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053328" y="3995928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9959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편의 인프라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70475" y="39959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300m 내 주요 임차 업종, 은행, 대형 베이커리 밀집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2026-08-16T08:22:46Z</dcterms:created>
  <dcterms:modified xsi:type="dcterms:W3CDTF">2026-08-16T08:22:46Z</dcterms:modified>
</cp:coreProperties>
</file>