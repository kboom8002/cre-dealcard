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여의도권역 내 사옥, 매각 희망가 95억.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6,280,982원/평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7.5년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여의도권역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95억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여의도권역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용도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66928" y="36576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65760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172968" y="365760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1대 (15인승 침대용)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405993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05993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 대수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172968" y="405993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18대 (자주식 완비)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66928" y="44622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46227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주구조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172968" y="446227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철근콘크리트구조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66928" y="48646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86460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172968" y="486460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6" name="Text 34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매물은 여의도권역 입지의 안정적 운영 자산입니다.</a:t>
            </a:r>
            <a:endParaRPr lang="en-US" sz="930" dirty="0"/>
          </a:p>
        </p:txBody>
      </p:sp>
      <p:sp>
        <p:nvSpPr>
          <p:cNvPr id="38" name="Text 3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1668780"/>
                <a:gridCol w="1668780"/>
                <a:gridCol w="1668780"/>
                <a:gridCol w="16687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유지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사옥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자가소유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절감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효과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소요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시장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이자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자산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건물/토지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가치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이득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형성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혜택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손비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감가상각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이자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법인세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BEE3F8"/>
          </a:solidFill>
          <a:ln/>
        </p:spPr>
      </p:sp>
      <p:sp>
        <p:nvSpPr>
          <p:cNvPr id="8" name="Shape 5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0" y="1847088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680960" y="2066544"/>
            <a:ext cx="37947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임차 대비 연간 수억 원 수준의 임대료 절감 및 투자금 회수가 기대됩니다.</a:t>
            </a:r>
            <a:endParaRPr lang="en-US" sz="930" dirty="0"/>
          </a:p>
        </p:txBody>
      </p:sp>
      <p:sp>
        <p:nvSpPr>
          <p:cNvPr id="11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106006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2026-08-23T01:22:38Z</dcterms:created>
  <dcterms:modified xsi:type="dcterms:W3CDTF">2026-08-23T01:22:38Z</dcterms:modified>
</cp:coreProperties>
</file>