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소재 사옥, 희망가 95억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여의도권역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7510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197510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내 주요 비즈니스 및 유동인구 풍부한 상권 입지 ### [성장] 입지 평가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46888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46888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내 위치하며 접근성과 가시성이 양호한 입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46888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입주 적합성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독점성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사용 구조 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및 접근성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지상/지하 주차 및 대중교통 우수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파사드 브랜딩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외벽 사인물 가능 여부 확인 필요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연면적 약 1513평(약 5001.7㎡) (대지 약 303평(약 1001.7㎡)) 규모로, 본사 사옥 및 대형 사업장 입주에 적합한 공간 스펙을 갖추고 있습니다. ### 입주 적합성 지표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  <a:gridCol w="1668780"/>
                <a:gridCol w="16687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자가소유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건물/토지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혜택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감가상각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2026-08-25T13:22:53Z</dcterms:created>
  <dcterms:modified xsi:type="dcterms:W3CDTF">2026-08-25T13:22:53Z</dcterms:modified>
</cp:coreProperties>
</file>