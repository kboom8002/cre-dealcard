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내 사옥, 매각 희망가 95억.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여의도권역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95억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668780"/>
                <a:gridCol w="1668780"/>
                <a:gridCol w="1668780"/>
                <a:gridCol w="16687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자가소유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건물/토지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형성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혜택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감가상각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BEE3F8"/>
          </a:solidFill>
          <a:ln/>
        </p:spPr>
      </p:sp>
      <p:sp>
        <p:nvSpPr>
          <p:cNvPr id="8" name="Shape 5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0" y="18470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0" y="20665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임차 대비 연간 수억 원 수준의 임대료 절감 및 투자금 회수가 기대됩니다.</a:t>
            </a:r>
            <a:endParaRPr lang="en-US" sz="93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2026-08-23T09:54:03Z</dcterms:created>
  <dcterms:modified xsi:type="dcterms:W3CDTF">2026-08-23T09:54:03Z</dcterms:modified>
</cp:coreProperties>
</file>