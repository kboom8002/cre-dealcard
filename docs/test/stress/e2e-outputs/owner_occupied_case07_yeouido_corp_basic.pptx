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소재 사옥, 희망가 95억 원 — 법인 사옥 매입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6,280,992원/평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10.1억 원/년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자가전환 손익분기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3.7년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38억 원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가치: 여의도권역 소재 단독 사옥으로 기업 브랜딩 및 자산 축적 효과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절감: 기존 임차료 대비 사옥 매입 시 실질 비용 절감 및 손익분기 분석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여의도권역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true,"mocked":true,"extractedFields":{"area_signal":"여의도","asset_type":"건물명 비공개","price_band":"95억","size_signal":"580평(약 1917.4㎡)"},"extractedFacts":{"region":"여의도","exactAddressCandidate":"해당 권역","assetType":"건물명 비공개","priceText":"95억","sizeText":"580평(약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매물"},"detectedSensitiveFields":"exact_address","ambiguousFields":,"warnings":,"areaSignal":"여의도","assetType":"건물명 비공개","priceBand":"95억","sizeSignal":"580평(약 1917.4㎡)","dealType":"매각","buildingName":"건물명 비공개","exactAddress":"영등포구 여의도동 44-12","totalFloorArea":1917.364,"buildYear":2015,"currentUseSignal":"근린생활시설","vacancySignal":"공실 없음","fitSummary":"여의도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사옥형","budgetRange":{"min":70,"max":70,"display":"95억"},"preferredRegions":"강남","성수","assetTypes":"건물명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예산(95억)에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부탁드립니다.","title":"여의도 역세권 도보 3분 이내 건물명 비공개 매각","shortSummary":"여의도역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필요합니다.","kakaoText":"여의도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{"ok":true,"mocked":true,"extractedFields":{"area_signal":"여의도","asset_type":"[건물명 비공개]","price_band":"95억","size_signal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공부상 연면적 실사 확인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50명 본사 임직원 쾌적한 상주 공간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후 부서별 배분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여의도권역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자가비교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(여의도권역 임차 vs 본 사옥 매입)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여의도권역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(95.0억)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3.3억원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3,325만)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57.0억@4.5%)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+1.43억원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1.43억원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(36%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39.9억원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25.6억원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14.3억원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3.3억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142.5억원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여의도권역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-39.9억원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+61.8억원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11" name="Shape 7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8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39.9억원을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토지 지가 상승분을 법인 자산으로 온전히 흡수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통근·접근성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비즈니스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도보 접근 초역세권 입지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비즈니스 거점 연결로 수도권 전역 통근 편의성 극대화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3" name="Shape 20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1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내 단독 사옥 가용 매물 극히 희소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토지 가치 지속 상승세로 자산 가치 보존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4.37억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0.85억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100.2억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48.0억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57.5억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단독 사옥 매입의 전략적·재무적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업무권역 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지하철역 인근 비즈니스 업무권역으로 우수 IT/전문직 인재 유치 및 통근 최적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즉시 입주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매도인 퇴거 및 명도 확약 조건으로 공실 및 명도 리스크 최소화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대비 순비용 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동급 오피스 임차료 지출 대비 장기 현금 순지출 절감 및 10년 자산 가치 축적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8" name="Text 26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확보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확보 및 독립 사옥 운영을 통한 대외 신인도 제고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여의도권역 소재 단독 사옥으로, 임차료 지출을 법인 자산 축적으로 전환하는 최적의 자가 사옥 매입 기회입니다.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{"ok":true,"mocked":true,"extractedFields":{"area_signal":"여의도","asset_type":"[건물명 비공개]","price_band":"95억","size_signal":"580평(약 1917.4㎡)"},"extractedFacts":{"region":"여의도","exactAddressCandidate":"해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9건)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true,"mocked":true,"extractedFields":{"area_signal":"여의도","asset_type":"[건물명 비공개]","price_band":"95억","size_signal":"580평(약 1917.4㎡)"},"extractedFacts":{"region":"여의도","exactAddressCandidate":"해당 권역","assetType":"[건물명 비공개]","priceText":"95억","sizeText":"580평(약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매물"]},"detectedSensitiveFields":["exact_address"],"ambiguousFields":[],"warnings":[],"areaSignal":"여의도","assetType":"[건물명 비공개]","priceBand":"95억","sizeSignal":"580평(약 1917.4㎡)","dealType":"매각","buildingName":"[건물명 비공개]","exactAddress":"영등포구 여의도동 44-12","totalFloorArea":1917.364,"buildYear":2015,"currentUseSignal":"근린생활시설","vacancySignal":"공실 없음","fitSummary":"여의도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사옥형","budgetRange":{"min":70,"max":70,"display":"95억"},"preferredRegions":["강남","성수"],"assetTypes":["[건물명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예산(95억)에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부탁드립니다.","title":"여의도 역세권 도보 3분 이내 [건물명 비공개] 매각","shortSummary":"여의도역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필요합니다.","kakaoText":"여의도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2026-09-17T08:53:45Z</dcterms:created>
  <dcterms:modified xsi:type="dcterms:W3CDTF">2026-09-17T08:53:45Z</dcterms:modified>
</cp:coreProperties>
</file>