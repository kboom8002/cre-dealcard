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소재 사옥, 희망가 95억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6,280,982원/평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7.5년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여의도권역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4.37억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48.0억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57.5억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48.0억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2026-09-06T11:21:59Z</dcterms:created>
  <dcterms:modified xsi:type="dcterms:W3CDTF">2026-09-06T11:21:59Z</dcterms:modified>
</cp:coreProperties>
</file>