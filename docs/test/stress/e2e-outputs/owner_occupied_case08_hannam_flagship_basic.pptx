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내 위치하며 접근성과 가시성이 양호한 입지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사용 구조 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외벽 사인물 가능 여부 확인 필요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연면적 약 1513평(약 5001.7㎡) (대지 약 303평(약 1001.7㎡)) 규모로, 본사 사옥 및 대형 사업장 입주에 적합한 공간 스펙을 갖추고 있습니다. ### 입주 적합성 지표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2026-08-26T00:19:17Z</dcterms:created>
  <dcterms:modified xsi:type="dcterms:W3CDTF">2026-08-26T00:19:17Z</dcterms:modified>
</cp:coreProperties>
</file>