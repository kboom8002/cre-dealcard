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사용 구조 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외벽 사인물 가능 여부 확인 필요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 ### 입주 적합성 지표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2026-08-25T13:22:54Z</dcterms:created>
  <dcterms:modified xsi:type="dcterms:W3CDTF">2026-08-25T13:22:54Z</dcterms:modified>
</cp:coreProperties>
</file>