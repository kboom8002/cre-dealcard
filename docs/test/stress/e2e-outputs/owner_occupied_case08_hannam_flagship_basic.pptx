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한남권역 내 사옥, 매각 희망가 180억.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11,900,808원/평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14.2년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및 도로 접근성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053328" y="180136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접근성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70475" y="180136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강남역(2호선·신분당선) 및 양재역(3호선) 더블역세권 도보 4분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053328" y="2240280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2240280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도로 접면 조건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170475" y="2240280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대로변 접면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053328" y="2679192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679192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차량 진출입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170475" y="2679192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경부고속도로 서초IC 및 테헤란로 3분 내 진입 가능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053328" y="3118104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53328" y="3118104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배후 수요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170475" y="3118104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 테헤란로 IT밸리 및 서초 법조타운 오피스 상주인구 30만 배후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53328" y="3557016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53328" y="3557016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 상권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170475" y="3557016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1층 약국 및 상층부 안과·피부과 전문의원 집적 의료 특화 상권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053328" y="3995928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053328" y="39959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편의 인프라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170475" y="39959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반경 300m 내 주요 임차 업종, 은행, 대형 베이커리 밀집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Plan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Vs Lease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668780"/>
                <a:gridCol w="1668780"/>
                <a:gridCol w="1668780"/>
                <a:gridCol w="16687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자가소유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절감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효과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소요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시장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이자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건물/토지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가치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이득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형성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혜택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손비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감가상각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이자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DBEAFE"/>
          </a:solidFill>
          <a:ln/>
        </p:spPr>
      </p:sp>
      <p:sp>
        <p:nvSpPr>
          <p:cNvPr id="7" name="Shape 4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0" y="1847088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0" y="2066544"/>
            <a:ext cx="37947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 대비 연간 수억 원 수준의 임대료 절감 및 투자금 회수가 기대됩니다.</a:t>
            </a:r>
            <a:endParaRPr lang="en-US" sz="930" dirty="0"/>
          </a:p>
        </p:txBody>
      </p:sp>
      <p:sp>
        <p:nvSpPr>
          <p:cNvPr id="10" name="Text 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한남권역의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59554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5" name="Shape 13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88154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계약 구조를 통해 매월 안정적인 순수익 창출이 검토 여지가 있으나, 관련 법규·인허가·시설 요건의 현장 확인이 필요합니다..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52181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2" name="Shape 20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23" name="Text 21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80781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3대 핵심 투자 포인트와 예상 매수자 유형 분석입니다.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2026-08-16T06:16:36Z</dcterms:created>
  <dcterms:modified xsi:type="dcterms:W3CDTF">2026-08-16T06:16:36Z</dcterms:modified>
</cp:coreProperties>
</file>