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 소재 사옥, 희망가 180억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11,900,808원/평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14.2년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한남권역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180억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8.28억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1.62억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189.9억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2026-09-06T12:24:24Z</dcterms:created>
  <dcterms:modified xsi:type="dcterms:W3CDTF">2026-09-06T12:24:24Z</dcterms:modified>
</cp:coreProperties>
</file>