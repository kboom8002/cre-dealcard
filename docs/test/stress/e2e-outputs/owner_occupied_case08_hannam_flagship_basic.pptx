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owner_occupied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180억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180억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한남권역 소재 사옥, 희망가 180억 투자 검토 자료입니다.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180억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매매가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11,900,808원/평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임대료 절감액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12.7억 원/년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자가전환 손익분기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14.2년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한남권역 소재 자산으로 중장기 자산 가치 및 안정적 수요 검토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구조: 180억 수준의 가격대 및 현 임대차 기반의 현금흐름 분석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점검: 계약서 및 공부 확인을 통한 권리관계·물리적 상태 정밀 진단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· 개별공시지가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매물,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사옥으로 활용하기에 적합한가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Lease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 사용 vs 임차 유지, 무엇이 유리한가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Commute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통근 및 접근성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자산가치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180.0억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8.28억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1.62억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189.9억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9.0억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90.0억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90.9억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180.9억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108.9억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90.9억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72.9억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매물을 사야 하는가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공부 발췌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표제부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(1512.5평)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2026-09-05T11:13:24Z</dcterms:created>
  <dcterms:modified xsi:type="dcterms:W3CDTF">2026-09-05T11:13:24Z</dcterms:modified>
</cp:coreProperties>
</file>