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신사역 도보 5분, 가로수길 세로수길 상권 접면입니다.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2026-08-23T11:28:36Z</dcterms:created>
  <dcterms:modified xsi:type="dcterms:W3CDTF">2026-08-23T11:28:36Z</dcterms:modified>
</cp:coreProperties>
</file>