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이수민  |  리얼티빌딩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102.3평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215.4평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1988년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신사동 가로수길 이면 코너 노후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비교항목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매매가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9,580만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9,580만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67512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11,200만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회전율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대비 15% 저평가, 용적률 여유 35% 보유입니다.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매물 대비 평당가가 약 15% 낮은 수준입니다.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4.51억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64.2억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가로수길 프리미엄 입지의 저평가 기회와 증축/리모델링 밸류애드 잠재력이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 설비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예산 반영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건축사 사전 상담 및 대수선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리얼티빌딩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2026-09-24T11:44:50Z</dcterms:created>
  <dcterms:modified xsi:type="dcterms:W3CDTF">2026-09-24T11:44:50Z</dcterms:modified>
</cp:coreProperties>
</file>