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trading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78638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리얼티빌딩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이수민  |  리얼티빌딩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신사동 가로수길 이면 코너 노후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3564026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32348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32348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102.3평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4313834" y="1965960"/>
            <a:ext cx="3564026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78426" y="2093976"/>
            <a:ext cx="32348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478426" y="2276856"/>
            <a:ext cx="32348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215.4평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8060741" y="1965960"/>
            <a:ext cx="3564026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5333" y="2093976"/>
            <a:ext cx="32348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225333" y="2276856"/>
            <a:ext cx="32348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1988년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원금 안전판: 핵심권역 핵심 입지 및 우량 대지 지분 가치로 하방 경직성 확보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매매 시장 적정가 수준 대비 안정적 월 임대수익 창출 기반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미래 가치: 향후 권역 지가 상승 및 공법상 밸류업을 통한 자본이득 실현 가능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70475" y="148132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신사역 도보 5분, 가로수길 세로수길 상권 접면입니다.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66928" y="1481328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신사역 도보 5분, 가로수길 세로수길 상권 접면입니다.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102.3평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215.4평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4505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172968" y="24505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1988년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8" name="Text 16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신사동 가로수길 이면 코너 노후 빌딩입니다.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Position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시장 포지션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6858000" cy="1828800"/>
          </a:xfrm>
          <a:prstGeom prst="roundRect">
            <a:avLst>
              <a:gd name="adj" fmla="val 3000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7190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6528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물리 스펙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6528816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건물 제원은 실사 자료를 참조하시기 바랍니다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현황 및 규모는 첨부 대장을 기준으로 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상태 및 설비 현황은 실사 보고서를 참조하십시오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4" name="Text 12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시세 대비 15% 저평가, 용적률 여유 35% 보유입니다.</a:t>
            </a:r>
            <a:endParaRPr lang="en-US" sz="930" dirty="0"/>
          </a:p>
        </p:txBody>
      </p:sp>
      <p:sp>
        <p:nvSpPr>
          <p:cNvPr id="16" name="Text 1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 분석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3685946"/>
                <a:gridCol w="3685946"/>
                <a:gridCol w="3685946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비교항목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본건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인근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평당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매매가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9,580만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11880"/>
          </a:xfrm>
          <a:prstGeom prst="roundRect">
            <a:avLst>
              <a:gd name="adj" fmla="val 1519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 설비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11096"/>
            <a:ext cx="106006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36년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대수선 예산 반영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가로수길 프리미엄 입지의 저평가 기회와 증축/리모델링 밸류애드 잠재력이 핵심입니다.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건축사 사전 상담 및 대수선 비용 산정을 권장합니다.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건축사 사전 상담 및 대수선 비용 산정을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리얼티빌딩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2026-08-23T09:53:58Z</dcterms:created>
  <dcterms:modified xsi:type="dcterms:W3CDTF">2026-08-23T09:53:58Z</dcterms:modified>
</cp:coreProperties>
</file>