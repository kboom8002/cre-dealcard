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리얼티빌딩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이수민  |  리얼티빌딩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신사동 가로수길 이면 코너 노후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13834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8426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8426" y="2313432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060741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5333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5333" y="2313432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1988년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1988년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신사동 가로수길 이면 코너 노후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분석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비교항목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평당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매매가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9,580만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거래동향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9,580만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3152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11,200만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유사 매물 대비 평당가가 약 15% 낮은 수준입니다.</a:t>
            </a:r>
            <a:endParaRPr lang="en-US" sz="930" dirty="0"/>
          </a:p>
        </p:txBody>
      </p:sp>
      <p:sp>
        <p:nvSpPr>
          <p:cNvPr id="15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회전율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대비 15% 저평가, 용적률 여유 35% 보유입니다.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적정 가격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유사 매물 대비 평당가가 약 15% 낮은 수준입니다.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4.51억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0.88억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103.4억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4.9억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49.5억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98.5억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59.3억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49.5억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39.7억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가로수길 프리미엄 입지의 저평가 기회와 증축/리모델링 밸류애드 잠재력이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 설비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대수선 예산 반영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건축사 사전 상담 및 대수선 비용 산정을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건축사 사전 상담 및 대수선 비용 산정을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리얼티빌딩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2026-09-06T10:40:37Z</dcterms:created>
  <dcterms:modified xsi:type="dcterms:W3CDTF">2026-09-06T10:40:37Z</dcterms:modified>
</cp:coreProperties>
</file>