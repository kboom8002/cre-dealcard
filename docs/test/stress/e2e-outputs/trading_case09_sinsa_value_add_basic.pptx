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노후빌딩, 희망가 98억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6,479,329원/평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준공연도 확인 필요, 구조 확인 필요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균열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노후 여부 현장 점검 필요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정보 확인 필요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정기검사 이력, 냉난방 설비 상태 확인 필요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현황 LOI 접수 후 열람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계약기간(WALE), 임차인 신용도 확인 필요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상세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2026-08-26T00:19:18Z</dcterms:created>
  <dcterms:modified xsi:type="dcterms:W3CDTF">2026-08-26T00:19:18Z</dcterms:modified>
</cp:coreProperties>
</file>