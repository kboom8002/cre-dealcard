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 소재 노후빌딩, 희망가 98억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6,479,329원/평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할인율(갭)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13% 저평가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수익률(HPR)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강남권역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98억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빌딩,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유사 거래 사례 및 비교 분석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거래동향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Turnover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회전율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적정 가격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4.51억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0.88억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103.4억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4.9억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49.0억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49.5억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98.5억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59.3억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49.5억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39.7억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2026-09-06T11:22:00Z</dcterms:created>
  <dcterms:modified xsi:type="dcterms:W3CDTF">2026-09-06T11:22:00Z</dcterms:modified>
</cp:coreProperties>
</file>