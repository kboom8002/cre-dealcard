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강남권역 소재 노후빌딩, 희망가 98억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6,479,329원/평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강남권역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98억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빌딩,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Position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내 자산 위치와 가격 경쟁력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빌딩을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및 공실률을 반영한 순영업소득(NOI) 분석은 수익분석 섹션을 참조하시기 바랍니다.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8446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8446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8446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8446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8446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 ### 예상 매수자 유형 (AI 분석)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66928" y="5522976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5632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487168" y="5596128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강남권역 소재 노후빌딩으로, 입지 및 자산 특성에 대한 상세 분석은 본문을 참조하시기 바랍니다. ### 3대 핵심 투자 포인트 (Investment Highlights) • 원금 안전판 확보: 강남권역 소재 자산으로, 대지 지분 가치 및 입지 경쟁력에 대한 분석은 자산 개요 섹션을 참조하시기 바랍니다.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2026-08-25T13:22:54Z</dcterms:created>
  <dcterms:modified xsi:type="dcterms:W3CDTF">2026-08-25T13:22:54Z</dcterms:modified>
</cp:coreProperties>
</file>