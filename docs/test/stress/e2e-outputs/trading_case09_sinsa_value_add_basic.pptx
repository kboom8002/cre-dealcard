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노후빌딩, 매각 희망가 98억.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98억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포지셔닝 및 시세 갭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 기준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프리미엄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접근성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매각 희망가(98억)를 인근 권역 유사 매물의 거래사례 및 시세와 비교하여 가격 경쟁력을 평가합니다.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인근 시세 대비 합리적 매각가 형성으로 단기 매매 및 리밸런싱에 적합합니다.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49300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강남권역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2026-08-23T11:28:45Z</dcterms:created>
  <dcterms:modified xsi:type="dcterms:W3CDTF">2026-08-23T11:28:45Z</dcterms:modified>
</cp:coreProperties>
</file>