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trading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노후빌딩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노후빌딩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98억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98억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강남권역 소재 노후빌딩, 희망가 98억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98억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매매가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6,479,329원/평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시세 할인율(갭)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13% 저평가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수익률(HPR)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강남권역 소재 자산으로 중장기 자산 가치 및 안정적 수요 검토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98억 수준의 가격대 및 현 임대차 기반의 현금흐름 분석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· 개별공시지가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빌딩,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유사 거래 사례 및 비교 분석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거래동향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300억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Turnover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권역 회전율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적정 가격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98.0억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4.51억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0.88억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103.4억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4.9억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49.0억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49.5억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98.5억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59.3억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49.5억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39.7억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공부 발췌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표제부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(1512.5평)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2026-09-06T10:40:54Z</dcterms:created>
  <dcterms:modified xsi:type="dcterms:W3CDTF">2026-09-06T10:40:54Z</dcterms:modified>
</cp:coreProperties>
</file>