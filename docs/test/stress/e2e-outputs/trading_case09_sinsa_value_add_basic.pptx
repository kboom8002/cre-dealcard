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노후빌딩, 매각 희망가 98억.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6,479,329원/평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Market Position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2026-08-16T06:16:37Z</dcterms:created>
  <dcterms:modified xsi:type="dcterms:W3CDTF">2026-08-16T06:16:37Z</dcterms:modified>
</cp:coreProperties>
</file>