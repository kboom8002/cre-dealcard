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노후빌딩, 희망가 98억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2026-09-06T13:37:03Z</dcterms:created>
  <dcterms:modified xsi:type="dcterms:W3CDTF">2026-09-06T13:37:03Z</dcterms:modified>
</cp:coreProperties>
</file>