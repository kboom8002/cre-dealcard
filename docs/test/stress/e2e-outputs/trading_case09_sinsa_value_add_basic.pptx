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노후빌딩, 매각 희망가 98억.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61188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6674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2160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394106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강남권역 대로변 입지의 우량 메디컬 테넌트 만실 운영 자산입니다.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강남권역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2026-08-16T08:22:48Z</dcterms:created>
  <dcterms:modified xsi:type="dcterms:W3CDTF">2026-08-16T08:22:48Z</dcterms:modified>
</cp:coreProperties>
</file>