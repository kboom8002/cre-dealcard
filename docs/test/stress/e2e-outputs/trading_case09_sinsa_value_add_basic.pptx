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내 노후빌딩, 매각 희망가 98억.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6,479,329원/평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13% 저평가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강남권역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매각 희망가 98억 대비 안정적인 월 임대수익 창출 구조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잔여 용적률 활용 밸류업 기회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빌딩,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용도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(약 1513평(약 5001.7㎡))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1,000㎡ (약 303평(약 1001.7㎡))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25526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172968" y="3255264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66928" y="36576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65760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172968" y="365760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1대 (15인승 침대용)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405993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405993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 대수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172968" y="405993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18대 (자주식 완비)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66928" y="446227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446227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주구조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172968" y="446227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철근콘크리트구조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66928" y="48646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86460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172968" y="486460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6" name="Text 34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매물은 강남권역 입지의 안정적 운영 자산입니다.</a:t>
            </a:r>
            <a:endParaRPr lang="en-US" sz="930" dirty="0"/>
          </a:p>
        </p:txBody>
      </p:sp>
      <p:sp>
        <p:nvSpPr>
          <p:cNvPr id="38" name="Text 3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Position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내 자산 위치와 가격 경쟁력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11096"/>
            <a:ext cx="106006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빌딩을 사야 하는가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133856" y="1005840"/>
            <a:ext cx="10490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밸류업 시나리오 (AI 추정)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178808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0.06억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1.2%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0.09억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1.24%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534924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545896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2487168" y="542239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2026-08-23T01:22:38Z</dcterms:created>
  <dcterms:modified xsi:type="dcterms:W3CDTF">2026-08-23T01:22:38Z</dcterms:modified>
</cp:coreProperties>
</file>