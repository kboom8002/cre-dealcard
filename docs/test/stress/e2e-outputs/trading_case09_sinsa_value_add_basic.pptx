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노후빌딩, 매각 희망가 98억.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강남권역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98억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강남권역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2551809"/>
                <a:gridCol w="4253015"/>
                <a:gridCol w="425301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상단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리밸런싱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타겟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시세차익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희망가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목표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(HPR)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10%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2~3년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가정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362102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리모델링 또는 밸류업 후 단기 매각(Trading)을 통한 Capital Gain 실현 시나리오입니다.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2026-08-23T09:54:04Z</dcterms:created>
  <dcterms:modified xsi:type="dcterms:W3CDTF">2026-08-23T09:54:04Z</dcterms:modified>
</cp:coreProperties>
</file>