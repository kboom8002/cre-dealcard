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노후근생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노후근생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내 노후근생, 매각 희망가 115억.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7,603,294원/평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13% 저평가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{"ok":true,"mocked":true,"extractedFields":{"area_signal":"역…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Market Position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내 자산 위치와 가격 경쟁력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Comps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2551809"/>
                <a:gridCol w="4253015"/>
                <a:gridCol w="42530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타겟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상단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리밸런싱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타겟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시세차익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매수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희망가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이득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보유기간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수익률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(HPR)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10%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~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2~3년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3474720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78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리모델링 또는 밸류업 후 단기 매각(Trading)을 통한 Capital Gain 실현 시나리오입니다.</a:t>
            </a:r>
            <a:endParaRPr lang="en-US" sz="780" dirty="0"/>
          </a:p>
        </p:txBody>
      </p:sp>
      <p:sp>
        <p:nvSpPr>
          <p:cNvPr id="7" name="Shape 4"/>
          <p:cNvSpPr/>
          <p:nvPr/>
        </p:nvSpPr>
        <p:spPr>
          <a:xfrm>
            <a:off x="566928" y="3749040"/>
            <a:ext cx="5437480" cy="109728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/>
        </p:spPr>
      </p:sp>
      <p:sp>
        <p:nvSpPr>
          <p:cNvPr id="8" name="Shape 5"/>
          <p:cNvSpPr/>
          <p:nvPr/>
        </p:nvSpPr>
        <p:spPr>
          <a:xfrm>
            <a:off x="566928" y="3803904"/>
            <a:ext cx="36576" cy="9875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38587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" y="4078224"/>
            <a:ext cx="51082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리모델링 또는 밸류업 후 단기 매각(Trading)을 통한 Capital Gain 실현 시나리오입니다.</a:t>
            </a:r>
            <a:endParaRPr lang="en-US" sz="930" dirty="0"/>
          </a:p>
        </p:txBody>
      </p:sp>
      <p:sp>
        <p:nvSpPr>
          <p:cNvPr id="11" name="Text 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78638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9509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 확보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5528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서초권역의 핵심 입지로, 우량한 대지 지분 가치가 하방 경직성을 강력히 지지합니다.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59554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9554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5" name="Shape 13"/>
          <p:cNvSpPr/>
          <p:nvPr/>
        </p:nvSpPr>
        <p:spPr>
          <a:xfrm>
            <a:off x="4588154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588154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88154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88154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88154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테넌트 만실 운영 및 장기 계약 구조를 통해 매월 안정적인 순수익 창출이 검토 여지가 있으나, 관련 법규·인허가·시설 요건의 현장 확인이 필요합니다..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52181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52181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2" name="Shape 20"/>
          <p:cNvSpPr/>
          <p:nvPr/>
        </p:nvSpPr>
        <p:spPr>
          <a:xfrm>
            <a:off x="8380781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23" name="Text 21"/>
          <p:cNvSpPr/>
          <p:nvPr/>
        </p:nvSpPr>
        <p:spPr>
          <a:xfrm>
            <a:off x="8380781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80781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380781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80781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513892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52486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441448" y="5230368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자산의 3대 핵심 투자 포인트와 예상 매수자 유형 분석입니다. &gt; 밸류업 시나리오는 AI 추정이며 실제 시장 조건에 따라 다를 수 있습니다.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2026-08-16T06:16:38Z</dcterms:created>
  <dcterms:modified xsi:type="dcterms:W3CDTF">2026-08-16T06:16:38Z</dcterms:modified>
</cp:coreProperties>
</file>