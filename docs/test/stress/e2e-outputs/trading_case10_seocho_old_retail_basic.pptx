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trading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노후근생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노후근생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소재 노후근생, 희망가 115억 원 — 시세차익형 매매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725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71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매매가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371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7,603,306원/평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78144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2736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할인율(갭)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2736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13% 저평가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983751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8343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수익률(HPR)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8343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115억 원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725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371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371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178144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2736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42736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3751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8343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8343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중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 전략: 115억 수준에서 단기 보유 후 시세차익 실현 시나리오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서초권역 업무·상업 중심지 배후 수요 확보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true,"mocked":true,"extractedFields":{"area_signal":"서초","asset_type":"건물명 비공개","price_band":"115억","size_signal":"580평(약 1917.4㎡)"},"extractedFacts":{"region":"서초","exactAddressCandidate":"해당 권역","assetType":"건물명 비공개","priceText":"115억","sizeText":"580평(약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매물"},"detectedSensitiveFields":"exact_address","ambiguousFields":,"warnings":,"areaSignal":"서초","assetType":"건물명 비공개","priceBand":"115억","sizeSignal":"580평(약 1917.4㎡)","dealType":"매각","buildingName":"건물명 비공개","exactAddress":"서초구 서초동 1573-2","totalFloorArea":1917.364,"buildYear":2015,"currentUseSignal":"근린생활시설","vacancySignal":"공실 없음","fitSummary":"서초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사옥형","budgetRange":{"min":70,"max":70,"display":"115억"},"preferredRegions":"강남","성수","assetTypes":"건물명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예산(115억)에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부탁드립니다.","title":"서초 역세권 도보 3분 이내 건물명 비공개 매각","shortSummary":"서초역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필요합니다.","kakaoText":"서초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비공개]","price_band":"115억","size_signal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비교사례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true,"mocked":true,"extractedFields":{"area_signal":"서초","asset_type":"건물명 비공개","price_band":"115억","size_signal":"580평(약 1917.4㎡)"},"extractedFacts":{"region":"서초","exactAddressCandidate":"해당 권역","assetType":"건물명 비공개","priceText":"115억","sizeText":"580평(약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매물"},"detectedSensitiveFields":"exact_address","ambiguousFields":,"warnings":,"areaSignal":"서초","assetType":"건물명 비공개","priceBand":"115억","sizeSignal":"580평(약 1917.4㎡)","dealType":"매각","buildingName":"건물명 비공개","exactAddress":"서초구 서초동 1573-2","totalFloorArea":1917.364,"buildYear":2015,"currentUseSignal":"근린생활시설","vacancySignal":"공실 발생","fitSummary":"서초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사옥형","budgetRange":{"min":70,"max":70,"display":"115억"},"preferredRegions":"강남","성수","assetTypes":"건물명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예산(115억)에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부탁드립니다.","title":"서초 역세권 도보 3분 이내 건물명 비공개 매각","shortSummary":"서초역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필요합니다.","kakaoText":"서초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가능","region":"성수동","areaSqm":150,"deposit":5000,"monthlyRent":400,"maintenanceFee":50,"availableFrom":"즉시입주","leaseTermMonths":24,"incentives":{"렌트프리(무상임대)Months":2,"interiorSupport":"일부 인테리어 지원","freeRentDetail":"렌트프리 2개월 지원"},"shortSummaryLease":"성수역 도보 5분 거리 1층 리테일 상가 매물입니다."}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거래동향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회전율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true,"mocked":true,"extractedFields":{"area_signal":"서초","asset_type":"건물명 비공개","price_band":"115억","size_signal":"580평(약 1917.4㎡)"},"extractedFacts":{"region":"서초","exactAddressCandidate":"해당 권역","assetType":"건물명 비공개","priceText":"115억","sizeText":"580평(약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매물"},"detectedSensitiveFields":"exact_address","ambiguousFields":,"warnings":,"areaSignal":"서초","assetType":"건물명 비공개","priceBand":"115억","sizeSignal":"580평(약 1917.4㎡)","dealType":"매각","buildingName":"건물명 비공개","exactAddress":"서초구 서초동 1573-2","totalFloorArea":1917.364,"buildYear":2015,"currentUseSignal":"근린생활시설","vacancySignal":"공실 없음","fitSummary":"서초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사옥형","budgetRange":{"min":70,"max":70,"display":"115억"},"preferredRegions":"강남","성수","assetTypes":"건물명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예산(115억)에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부탁드립니다.","title":"서초 역세권 도보 3분 이내 건물명 비공개 매각","shortSummary":"서초역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필요합니다.","kakaoText":"서초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비공개]","price_band":"115억","size_signal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true,"mocked":true,"extractedFields":{"area_signal":"서초","asset_type":"건물명 비공개","price_band":"115억","size_signal":"580평(약 1917.4㎡)"},"extractedFacts":{"region":"서초","exactAddressCandidate":"해당 권역","assetType":"건물명 비공개","priceText":"115억","sizeText":"580평(약 1917.4㎡)","currentUse":"근린생활시설","currentUseSignal":"근린생활시설","leaseSignal":"공실","vacancySignal":"공실 발생","tenantNames":,"unitRentTexts":,"sellerMotivationText":"자산 효율화","brokerNotes":"역세권 매물"},"detectedSensitiveFields":"exact_address","ambiguousFields":,"warnings":,"areaSignal":"서초","assetType":"건물명 비공개","priceBand":"115억","sizeSignal":"580평(약 1917.4㎡)","dealType":"매각","buildingName":"건물명 비공개","exactAddress":"서초구 서초동 1573-2","totalFloorArea":1917.364,"buildYear":2015,"currentUseSignal":"근린생활시설","vacancySignal":"공실 발생","fitSummary":"서초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사옥형","budgetRange":{"min":70,"max":70,"display":"115억"},"preferredRegions":"강남","성수","assetTypes":"건물명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예산(115억)에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부탁드립니다.","title":"서초 역세권 도보 3분 이내 건물명 비공개 매각","shortSummary":"서초역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필요합니다.","kakaoText":"서초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비공개]","price_band":"115억","size_signal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5.29억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1.03억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121.3억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5.8억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58.1억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2.02%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69.6억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46.6억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비공개]","price_band":"115억","size_signal":"580평(약 1917.4㎡)"},"extractedFacts":{"region":"서초","exactAddressCandidate":"해당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8건)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true,"mocked":true,"extractedFields":{"area_signal":"서초","asset_type":"[건물명 비공개]","price_band":"115억","size_signal":"580평(약 1917.4㎡)"},"extractedFacts":{"region":"서초","exactAddressCandidate":"해당 권역","assetType":"[건물명 비공개]","priceText":"115억","sizeText":"580평(약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매물"]},"detectedSensitiveFields":["exact_address"],"ambiguousFields":[],"warnings":[],"areaSignal":"서초","assetType":"[건물명 비공개]","priceBand":"115억","sizeSignal":"580평(약 1917.4㎡)","dealType":"매각","buildingName":"[건물명 비공개]","exactAddress":"서초구 서초동 1573-2","totalFloorArea":1917.364,"buildYear":2015,"currentUseSignal":"근린생활시설","vacancySignal":"공실 없음","fitSummary":"서초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사옥형","budgetRange":{"min":70,"max":70,"display":"115억"},"preferredRegions":["강남","성수"],"assetTypes":["[건물명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예산(115억)에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부탁드립니다.","title":"서초 역세권 도보 3분 이내 [건물명 비공개] 매각","shortSummary":"서초역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필요합니다.","kakaoText":"서초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2026-09-17T08:53:50Z</dcterms:created>
  <dcterms:modified xsi:type="dcterms:W3CDTF">2026-09-17T08:53:50Z</dcterms:modified>
</cp:coreProperties>
</file>