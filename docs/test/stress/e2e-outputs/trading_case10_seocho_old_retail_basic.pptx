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노후근생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노후근생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소재 노후근생, 희망가 115억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7,603,294원/평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서초권역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115억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5.29억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1.03억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121.3억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58.1억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115.6억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69.6억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46.6억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2026-09-06T13:11:45Z</dcterms:created>
  <dcterms:modified xsi:type="dcterms:W3CDTF">2026-09-06T13:11:45Z</dcterms:modified>
</cp:coreProperties>
</file>