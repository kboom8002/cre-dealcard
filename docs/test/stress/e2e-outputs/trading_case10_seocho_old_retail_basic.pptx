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매각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37710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4170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541700" y="17190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만실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8728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188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51880" y="17190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997467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62059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62059" y="17190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66928" y="34290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75818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386791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386791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383133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서초권역 소재 자산으로 중장기 자산 가치 및 안정적 수요 검토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45312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456285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456285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4526280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115억 수준의 가격대 및 현 임대차 기반의 현금흐름 분석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148072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5257800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" y="52578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207008" y="5221224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5.29억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1.03억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121.3억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58.1억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115.6억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69.6억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46.6억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2026-09-05T11:13:25Z</dcterms:created>
  <dcterms:modified xsi:type="dcterms:W3CDTF">2026-09-05T11:13:25Z</dcterms:modified>
</cp:coreProperties>
</file>