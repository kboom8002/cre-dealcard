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포지셔닝 및 시세 갭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매각 희망가 기준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프리미엄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접근성 우수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매각 희망가(115억)를 인근 권역 유사 매물의 거래사례 및 시세와 비교하여 가격 경쟁력을 평가합니다. ### 마켓 포지셔닝 비교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(매도가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부족)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1.82%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2026-08-25T13:22:55Z</dcterms:created>
  <dcterms:modified xsi:type="dcterms:W3CDTF">2026-08-25T13:22:55Z</dcterms:modified>
</cp:coreProperties>
</file>