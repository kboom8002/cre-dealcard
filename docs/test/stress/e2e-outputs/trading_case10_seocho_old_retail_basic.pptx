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노후근생, 매각 희망가 115억.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47472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374904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3803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587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07822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2026-08-16T08:22:48Z</dcterms:created>
  <dcterms:modified xsi:type="dcterms:W3CDTF">2026-08-16T08:22:48Z</dcterms:modified>
</cp:coreProperties>
</file>