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trading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노후근생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소재 노후근생, 희망가 115억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7,603,294원/평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할인율(갭)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13% 저평가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목표 수익률(HPR)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313432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서초권역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115억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· 개별공시지가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유사 거래 사례 및 비교 분석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거래동향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300억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Turnover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회전율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적정 가격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true,"mocked":true,"extractedFields":{"area_signal":"역삼","asset_type":"건물명 비공개","price_band":"300억","size_signal":"3000평(약 9917.4㎡)"},"extractedFacts":{"region":"역삼","exactAddressCandidate":"역삼동 742-1","assetType":"건물명 비공개","priceText":"300억","sizeText":"3000평(약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효율화","brokerNotes":"역세권 도보 3분 이내 매물"},"detectedSensitiveFields":"exact_address","tenant_name","ambiguousFields":,"warnings":,"areaSignal":"역삼","assetType":"건물명 비공개","priceBand":"300억","sizeSignal":"3000평(약 9917.4㎡)","dealType":"매각","buildingName":"역삼 건물명 비공개","exactAddress":"역삼동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사옥형","budgetRange":{"min":50,"max":80,"display":"50억~80억"},"preferredRegions":"강남","성수","assetTypes":"건물명 비공개","사옥용","purchasePurpose":"사옥용 매입","mustHave":"역세권 도보 3분 이내","주차","niceToHave":"테라스","루프탑","riskTolerance":"medium","financingNote":"자본금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건물명 비공개입니다.","dealPoints":"역세권 도보 3분 이내","사옥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5.29억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1.03억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121.3억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58.1억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115.6억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46.6억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{"ok":true,"mocked":true,"extractedFields":{"area_signal":"역삼","asset_type":"[건물명 비공개]","price_band":"300억","size_signal":"3000평(약 9917.4㎡)"},"extractedFacts":{"region":"역삼","exactAddressCandidate":"역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true,"mocked":true,"extractedFields":{"area_signal":"역삼","asset_type":"[건물명 비공개]","price_band":"300억","size_signal":"3000평(약 9917.4㎡)"},"extractedFacts":{"region":"역삼","exactAddressCandidate":"역삼동 742-1","assetType":"[건물명 비공개]","priceText":"300억","sizeText":"3000평(약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효율화","brokerNotes":["역세권 도보 3분 이내 매물"]},"detectedSensitiveFields":["exact_address","tenant_name"],"ambiguousFields":[],"warnings":[],"areaSignal":"역삼","assetType":"[건물명 비공개]","priceBand":"300억","sizeSignal":"3000평(약 9917.4㎡)","dealType":"매각","buildingName":"역삼 [건물명 비공개]","exactAddress":"역삼동 742-1","totalFloorArea":9917.3,"buildYear":2015,"currentUseSignal":"근린생활시설","vacancySignal":"공실 없음","fitSummary":"역세권 도보 3분 이내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사옥형","budgetRange":{"min":50,"max":80,"display":"50억~80억"},"preferredRegions":["강남","성수"],"assetTypes":["[건물명 비공개]","사옥용"],"purchasePurpose":"사옥용 매입","mustHave":["역세권 도보 3분 이내","주차"],"niceToHave":["테라스","루프탑"],"riskTolerance":"medium","financingNote":"자본금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역세권 도보 3분 이내 오피스 사옥용 빌딩 매각","shortSummary":"역삼역 도보 5분 거리의 준신축급 대형 [건물명 비공개]입니다.","dealPoints":["역세권 도보 3분 이내","사옥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(무상임대)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가능","region":"성수동","areaSqm":150,"deposit":5000,"monthlyRent":400,"maintenanceFee":50,"availableFrom":"즉시입주","leaseTermMonths":24,"incentives":{"렌트프리(무상임대)(무상임대)Months":2,"interiorSupport":"일부 인테리어 지원","freeRentDetail":"렌트프리(무상임대)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Records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공부 발췌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표제부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(1512.5평)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2026-09-06T11:17:07Z</dcterms:created>
  <dcterms:modified xsi:type="dcterms:W3CDTF">2026-09-06T11:17:07Z</dcterms:modified>
</cp:coreProperties>
</file>