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용산권역 소재 복합구옥, 희망가 43억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2,842,971원/평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13.1%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용산권역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43억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0.39억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21.7억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2026-09-06T11:17:08Z</dcterms:created>
  <dcterms:modified xsi:type="dcterms:W3CDTF">2026-09-06T11:17:08Z</dcterms:modified>
</cp:coreProperties>
</file>