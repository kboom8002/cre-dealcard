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54170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100%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1880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62059" y="171907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66928" y="34290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5818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86791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86791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383133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45312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456285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456285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4526280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48072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525780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52578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5221224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2026-09-05T11:13:26Z</dcterms:created>
  <dcterms:modified xsi:type="dcterms:W3CDTF">2026-09-05T11:13:26Z</dcterms:modified>
</cp:coreProperties>
</file>