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 소재 복합구옥, 희망가 43억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2,842,971원/평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용산권역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43억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포지셔닝 및 시세 갭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매각 희망가 기준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프리미엄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접근성 우수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810512"/>
          </a:xfrm>
          <a:prstGeom prst="roundRect">
            <a:avLst>
              <a:gd name="adj" fmla="val 3030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700784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매각 희망가(43억)를 인근 권역 유사 매물의 거래사례 및 시세와 비교하여 가격 경쟁력을 평가합니다. ### 마켓 포지셔닝 비교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2026-08-25T13:22:55Z</dcterms:created>
  <dcterms:modified xsi:type="dcterms:W3CDTF">2026-08-25T13:22:55Z</dcterms:modified>
</cp:coreProperties>
</file>