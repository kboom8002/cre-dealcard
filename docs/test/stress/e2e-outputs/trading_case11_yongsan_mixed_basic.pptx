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내 복합구옥, 매각 희망가 43억.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용산권역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43억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621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용산권역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용산권역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2026-08-23T09:54:04Z</dcterms:created>
  <dcterms:modified xsi:type="dcterms:W3CDTF">2026-08-23T09:54:04Z</dcterms:modified>
</cp:coreProperties>
</file>