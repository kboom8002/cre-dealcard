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복합구옥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복합구옥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43억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43억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용산권역 소재 복합구옥, 희망가 43억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43억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2,842,971원/평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할인율(갭)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13.1% 저평가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수익률(HPR)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용산권역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43억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유사 거래 사례 및 비교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거래동향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Turnover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회전율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적정 가격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43.0억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1.98억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0.39억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45.4억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21.7억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43.2억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26.0억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2026-09-06T13:37:04Z</dcterms:created>
  <dcterms:modified xsi:type="dcterms:W3CDTF">2026-09-06T13:37:04Z</dcterms:modified>
</cp:coreProperties>
</file>