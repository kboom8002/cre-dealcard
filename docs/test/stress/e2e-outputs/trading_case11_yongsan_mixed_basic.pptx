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trading IM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복합구옥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68503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685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복합구옥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664208" y="368503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1664208" y="3685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43억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4187952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97680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43억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 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용산권역 소재 복합구옥, 희망가 43억 원 — 시세차익형 매매 검토 자료입니다.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43억 원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372536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7128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평당 매매가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37128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2,842,975원/평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178144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2736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시세 할인율(갭)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42736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13.1% 저평가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983751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8343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수익률(HPR)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8343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66928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43억 원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3372536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37128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37128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1513평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178144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2736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42736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303평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8983751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8343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148343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중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66928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66928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207008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보유 전략: 43억 수준에서 단기 보유 후 시세차익 실현 시나리오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6928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6656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207008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가치: 대중교통 역세권 입지, 용산권역 업무·상업 중심지 배후 수요 확보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6928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6656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207008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안정성: 안정적 임대수익 기반 투자 매물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 · 개별공시지가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일반상업지역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1,000㎡ (302.5평)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645920"/>
            <a:ext cx="3840480" cy="1810512"/>
          </a:xfrm>
          <a:prstGeom prst="roundRect">
            <a:avLst>
              <a:gd name="adj" fmla="val 3030"/>
            </a:avLst>
          </a:prstGeom>
          <a:solidFill>
            <a:srgbClr val="BEE3F8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00784"/>
            <a:ext cx="36576" cy="170078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5" name="Text 13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67167" y="1975104"/>
            <a:ext cx="35112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일반상업지역 기준 건폐율 -% 이하, 용적률 -% 이하 적용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형상 및 도로 접면 여건 확인 기반 최적 토지이용계획 수립 가능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true,"mocked":true,"extractedFields":{"area_signal":"역삼","asset_type":"건물명 비공개","price_band":"43억","size_signal":"580평(약 1917.4㎡)"},"extractedFacts":{"region":"역삼","exactAddressCandidate":"용산구 원효로1가 41-10","assetType":"건물명 비공개","priceText":"43억","sizeText":"580평(약 1917.4㎡)","currentUse":"근린생활시설","currentUseSignal":"근린생활시설","leaseSignal":"임대중","vacancySignal":"공실없음","tenantNames":,"unitRentTexts":,"sellerMotivationText":"자산 효율화","brokerNotes":"역세권 매물"},"detectedSensitiveFields":"exact_address","ambiguousFields":,"warnings":,"areaSignal":"역삼","assetType":"건물명 비공개","priceBand":"43억","sizeSignal":"580평(약 1917.4㎡)","dealType":"매각","buildingName":"건물명 비공개","exactAddress":"용산구 원효로1가 41-10","totalFloorArea":1917.364,"buildYear":2015,"currentUseSignal":"근린생활시설","vacancySignal":"공실 없음","fitSummary":"역삼 권역 입지의 건물명 비공개 매각 물건","cautionSummary":"권리관계 및 현장 실사 확인 필요","hiddenFields":"exact_address","seller_motivation","confidence":{"areaSignal":"confirmed","assetType":"confirmed","priceBand":"confirmed","fitSummary":"ai_hypothesis"},"missingData":,"boundaryNote":"본 자료는 실거래 통계 기반 참고치입니다.","buyerType":"법인 사옥형","budgetRange":{"min":70,"max":70,"display":"43억"},"preferredRegions":"강남","성수","assetTypes":"건물명 비공개","사옥용","purchasePurpose":"사옥용 매입","mustHave":"역세권 도보 3분 이내","주차","niceToHave":"테라스","루프탑","riskTolerance":"medium","financingNote":"자본금 50% 준비","missingQuestions":"구체적인 입주 시기가 언제인가요?","선호하는 수익률이 있나요?","privacyNotes":"연락처 비공개","fitReasons":"매수자 예산(43억)에 부합하는 매물입니다.","요청하신 성수/강남 권역에 해당합니다.","cautionReasons":"요청한 용도와 달리 명도 협의가 다소 필요합니다.","recommendedNextAction":"현장 답사 제안","kakaoMessage":"안녕하세요! 요청하신 조건에 부합하는 추천 매물이 있어 안내해 드립니다. 확인해보시고 피드백 부탁드립니다.","title":"역삼 역세권 도보 3분 이내 건물명 비공개 매각","shortSummary":"역삼역 도보 거리의 우량 건물명 비공개 매물입니다.","dealPoints":"역세권 도보 3분 이내","개발 및 사옥 최적","cautionPoints":"권리관계 확인 필요","hiddenInfoNotice":"보증금 및 지번은 인가 후 확인 가능","gateMessage":"G1 등급 등록이 필요합니다.","kakaoText":"역삼 건물명 비공개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3931920"/>
            <a:ext cx="6858000" cy="5486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931920"/>
            <a:ext cx="2400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67228" y="3931920"/>
            <a:ext cx="4274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43억 원 (VAT 별도)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F3EBDA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5" name="Text 13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{"ok":true,"mocked":true,"extractedFields":{"area_signal":"역삼","asset_type":"[건물명 비공개]","price_band":"43억","size_signal"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비교사례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68907" y="1645920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true,"mocked":true,"extractedFields":{"area_signal":"부","asset_type":"건물명 비공개","price_band":"43억","size_signal":"580평(약 1917.4㎡)"},"extractedFacts":{"region":"부","exactAddressCandidate":"용산구 원효로1가 41-10","assetType":"건물명 비공개","priceText":"43억","sizeText":"580평(약 1917.4㎡)","currentUse":"근린생활시설","currentUseSignal":"근린생활시설","leaseSignal":"공실","vacancySignal":"공실 발생","tenantNames":,"unitRentTexts":,"sellerMotivationText":"자산 효율화","brokerNotes":"역세권 매물"},"detectedSensitiveFields":"exact_address","ambiguousFields":,"warnings":,"areaSignal":"부","assetType":"건물명 비공개","priceBand":"43억","sizeSignal":"580평(약 1917.4㎡)","dealType":"매각","buildingName":"건물명 비공개","exactAddress":"용산구 원효로1가 41-10","totalFloorArea":1917.364,"buildYear":2015,"currentUseSignal":"근린생활시설","vacancySignal":"공실 발생","fitSummary":"부 권역 입지의 건물명 비공개 매각 물건","cautionSummary":"권리관계 및 현장 실사 확인 필요","hiddenFields":"exact_address","seller_motivation","confidence":{"areaSignal":"confirmed","assetType":"confirmed","priceBand":"confirmed","fitSummary":"ai_hypothesis"},"missingData":,"boundaryNote":"본 자료는 실거래 통계 기반 참고치입니다.","buyerType":"법인 사옥형","budgetRange":{"min":70,"max":70,"display":"43억"},"preferredRegions":"강남","성수","assetTypes":"건물명 비공개","사옥용","purchasePurpose":"사옥용 매입","mustHave":"역세권 도보 3분 이내","주차","niceToHave":"테라스","루프탑","riskTolerance":"medium","financingNote":"자본금 50% 준비","missingQuestions":"구체적인 입주 시기가 언제인가요?","선호하는 수익률이 있나요?","privacyNotes":"연락처 비공개","fitReasons":"매수자 예산(43억)에 부합하는 매물입니다.","요청하신 성수/강남 권역에 해당합니다.","cautionReasons":"요청한 용도와 달리 명도 협의가 다소 필요합니다.","recommendedNextAction":"현장 답사 제안","kakaoMessage":"안녕하세요! 요청하신 조건에 부합하는 추천 매물이 있어 안내해 드립니다. 확인해보시고 피드백 부탁드립니다.","title":"부 역세권 도보 3분 이내 건물명 비공개 매각","shortSummary":"부역 도보 거리의 우량 건물명 비공개 매물입니다.","dealPoints":"역세권 도보 3분 이내","개발 및 사옥 최적","cautionPoints":"권리관계 확인 필요","hiddenInfoNotice":"보증금 및 지번은 인가 후 확인 가능","gateMessage":"G1 등급 등록이 필요합니다.","kakaoText":"부 건물명 비공개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 2개월","restrictions":,"landlordIdentity":"김성수","currentTenant":"스타트업","vacancyReason":"이전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가능","region":"성수동","areaSqm":150,"deposit":5000,"monthlyRent":400,"maintenanceFee":50,"availableFrom":"즉시입주","leaseTermMonths":24,"incentives":{"렌트프리(무상임대)Months":2,"interiorSupport":"일부 인테리어 지원","freeRentDetail":"렌트프리 2개월 지원"},"shortSummaryLease":"성수역 도보 5분 거리 1층 리테일 상가 매물입니다."}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거래동향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2588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5448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8249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190195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43억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Turnover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회전율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true,"mocked":true,"extractedFields":{"area_signal":"역삼","asset_type":"건물명 비공개","price_band":"43억","size_signal":"580평(약 1917.4㎡)"},"extractedFacts":{"region":"역삼","exactAddressCandidate":"용산구 원효로1가 41-10","assetType":"건물명 비공개","priceText":"43억","sizeText":"580평(약 1917.4㎡)","currentUse":"근린생활시설","currentUseSignal":"근린생활시설","leaseSignal":"임대중","vacancySignal":"공실없음","tenantNames":,"unitRentTexts":,"sellerMotivationText":"자산 효율화","brokerNotes":"역세권 매물"},"detectedSensitiveFields":"exact_address","ambiguousFields":,"warnings":,"areaSignal":"역삼","assetType":"건물명 비공개","priceBand":"43억","sizeSignal":"580평(약 1917.4㎡)","dealType":"매각","buildingName":"건물명 비공개","exactAddress":"용산구 원효로1가 41-10","totalFloorArea":1917.364,"buildYear":2015,"currentUseSignal":"근린생활시설","vacancySignal":"공실 없음","fitSummary":"역삼 권역 입지의 건물명 비공개 매각 물건","cautionSummary":"권리관계 및 현장 실사 확인 필요","hiddenFields":"exact_address","seller_motivation","confidence":{"areaSignal":"confirmed","assetType":"confirmed","priceBand":"confirmed","fitSummary":"ai_hypothesis"},"missingData":,"boundaryNote":"본 자료는 실거래 통계 기반 참고치입니다.","buyerType":"법인 사옥형","budgetRange":{"min":70,"max":70,"display":"43억"},"preferredRegions":"강남","성수","assetTypes":"건물명 비공개","사옥용","purchasePurpose":"사옥용 매입","mustHave":"역세권 도보 3분 이내","주차","niceToHave":"테라스","루프탑","riskTolerance":"medium","financingNote":"자본금 50% 준비","missingQuestions":"구체적인 입주 시기가 언제인가요?","선호하는 수익률이 있나요?","privacyNotes":"연락처 비공개","fitReasons":"매수자 예산(43억)에 부합하는 매물입니다.","요청하신 성수/강남 권역에 해당합니다.","cautionReasons":"요청한 용도와 달리 명도 협의가 다소 필요합니다.","recommendedNextAction":"현장 답사 제안","kakaoMessage":"안녕하세요! 요청하신 조건에 부합하는 추천 매물이 있어 안내해 드립니다. 확인해보시고 피드백 부탁드립니다.","title":"역삼 역세권 도보 3분 이내 건물명 비공개 매각","shortSummary":"역삼역 도보 거리의 우량 건물명 비공개 매물입니다.","dealPoints":"역세권 도보 3분 이내","개발 및 사옥 최적","cautionPoints":"권리관계 확인 필요","hiddenInfoNotice":"보증금 및 지번은 인가 후 확인 가능","gateMessage":"G1 등급 등록이 필요합니다.","kakaoText":"역삼 건물명 비공개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F3EBDA"/>
          </a:solidFill>
          <a:ln/>
        </p:spPr>
      </p:sp>
      <p:sp>
        <p:nvSpPr>
          <p:cNvPr id="11" name="Shape 9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2" name="Text 10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{"ok":true,"mocked":true,"extractedFields":{"area_signal":"역삼","asset_type":"[건물명 비공개]","price_band":"43억","size_signal"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true,"mocked":true,"extractedFields":{"area_signal":"부","asset_type":"건물명 비공개","price_band":"43억","size_signal":"580평(약 1917.4㎡)"},"extractedFacts":{"region":"부","exactAddressCandidate":"용산구 원효로1가 41-10","assetType":"건물명 비공개","priceText":"43억","sizeText":"580평(약 1917.4㎡)","currentUse":"근린생활시설","currentUseSignal":"근린생활시설","leaseSignal":"공실","vacancySignal":"공실 발생","tenantNames":,"unitRentTexts":,"sellerMotivationText":"자산 효율화","brokerNotes":"역세권 매물"},"detectedSensitiveFields":"exact_address","ambiguousFields":,"warnings":,"areaSignal":"부","assetType":"건물명 비공개","priceBand":"43억","sizeSignal":"580평(약 1917.4㎡)","dealType":"매각","buildingName":"건물명 비공개","exactAddress":"용산구 원효로1가 41-10","totalFloorArea":1917.364,"buildYear":2015,"currentUseSignal":"근린생활시설","vacancySignal":"공실 발생","fitSummary":"부 권역 입지의 건물명 비공개 매각 물건","cautionSummary":"권리관계 및 현장 실사 확인 필요","hiddenFields":"exact_address","seller_motivation","confidence":{"areaSignal":"confirmed","assetType":"confirmed","priceBand":"confirmed","fitSummary":"ai_hypothesis"},"missingData":,"boundaryNote":"본 자료는 실거래 통계 기반 참고치입니다.","buyerType":"법인 사옥형","budgetRange":{"min":70,"max":70,"display":"43억"},"preferredRegions":"강남","성수","assetTypes":"건물명 비공개","사옥용","purchasePurpose":"사옥용 매입","mustHave":"역세권 도보 3분 이내","주차","niceToHave":"테라스","루프탑","riskTolerance":"medium","financingNote":"자본금 50% 준비","missingQuestions":"구체적인 입주 시기가 언제인가요?","선호하는 수익률이 있나요?","privacyNotes":"연락처 비공개","fitReasons":"매수자 예산(43억)에 부합하는 매물입니다.","요청하신 성수/강남 권역에 해당합니다.","cautionReasons":"요청한 용도와 달리 명도 협의가 다소 필요합니다.","recommendedNextAction":"현장 답사 제안","kakaoMessage":"안녕하세요! 요청하신 조건에 부합하는 추천 매물이 있어 안내해 드립니다. 확인해보시고 피드백 부탁드립니다.","title":"부 역세권 도보 3분 이내 건물명 비공개 매각","shortSummary":"부역 도보 거리의 우량 건물명 비공개 매물입니다.","dealPoints":"역세권 도보 3분 이내","개발 및 사옥 최적","cautionPoints":"권리관계 확인 필요","hiddenInfoNotice":"보증금 및 지번은 인가 후 확인 가능","gateMessage":"G1 등급 등록이 필요합니다.","kakaoText":"부 건물명 비공개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F3EBDA"/>
          </a:solidFill>
          <a:ln/>
        </p:spPr>
      </p:sp>
      <p:sp>
        <p:nvSpPr>
          <p:cNvPr id="11" name="Shape 9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2" name="Text 10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{"ok":true,"mocked":true,"extractedFields":{"area_signal":"부","asset_type":"[건물명 비공개]","price_band":"43억","size_signal":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자본구조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총취득원가 및 자기자본 소요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5528" y="201168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 (A)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70661" y="201168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43.0억 원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" y="248716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48716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(4.6% 법정)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70661" y="248716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1.98억 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" y="2962656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962656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중개보수 (0.9% 한도)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70661" y="2962656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0.39억 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" y="3438144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438144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총취득원가 (A + 세/비용)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70661" y="3438144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45.4억 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5528" y="3913632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913632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임대보증금 승계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670661" y="3913632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2.1억 원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95528" y="4389120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438912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담보대출 조달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70661" y="438912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21.5억 원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5528" y="486460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486460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 (Net Equity)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670661" y="486460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21.7억 원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3300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6160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LTV 시나리오별 레버리지 효과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1608" y="2057400"/>
          <a:ext cx="4934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대출비율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실투자금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예상수익률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전액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(무차입)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43.2억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3.78%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보수적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(안정형)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26.0억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3.11%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(기본형)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21.7억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2.77%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적극적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(레버리지)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17.4억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2.27%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6461608" y="4069080"/>
            <a:ext cx="4934560" cy="1463040"/>
          </a:xfrm>
          <a:prstGeom prst="roundRect">
            <a:avLst>
              <a:gd name="adj" fmla="val 3750"/>
            </a:avLst>
          </a:prstGeom>
          <a:solidFill>
            <a:srgbClr val="FEEBC8"/>
          </a:solidFill>
          <a:ln/>
        </p:spPr>
      </p:sp>
      <p:sp>
        <p:nvSpPr>
          <p:cNvPr id="32" name="Shape 29"/>
          <p:cNvSpPr/>
          <p:nvPr/>
        </p:nvSpPr>
        <p:spPr>
          <a:xfrm>
            <a:off x="6461608" y="4123944"/>
            <a:ext cx="36576" cy="135331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33" name="Text 30"/>
          <p:cNvSpPr/>
          <p:nvPr/>
        </p:nvSpPr>
        <p:spPr>
          <a:xfrm>
            <a:off x="6644488" y="4178808"/>
            <a:ext cx="460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42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역레버리지 유의 구간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644488" y="4398264"/>
            <a:ext cx="46053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차입 금리가 자산 총수익률을 상회하여 대출 실행 시 자기자본수익률이 하락할 수 있습니다. 에쿼티 비중 확대를 권장합니다.</a:t>
            </a:r>
            <a:endParaRPr lang="en-US" sz="930" dirty="0"/>
          </a:p>
        </p:txBody>
      </p:sp>
      <p:sp>
        <p:nvSpPr>
          <p:cNvPr id="35" name="Text 3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11057839" cy="3657600"/>
          </a:xfrm>
          <a:prstGeom prst="roundRect">
            <a:avLst>
              <a:gd name="adj" fmla="val 15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11057839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106006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 리스크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10600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10600639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{"ok":true,"mocked":true,"extractedFields":{"area_signal":"역삼","asset_type":"[건물명 비공개]","price_band":"43억","size_signal":"580평(약 1917.4㎡)"},"extractedFacts":{"region":"역삼","exactAddressCandidate":"용산구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5193792"/>
            <a:ext cx="11057839" cy="621792"/>
          </a:xfrm>
          <a:prstGeom prst="roundRect">
            <a:avLst>
              <a:gd name="adj" fmla="val 882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체크리스트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안정성 확보를 위한 필수 법률·물리·임대차 실사 점검 항목 (총 8건)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19072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15568" y="1810512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2715768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15568" y="2807208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3712464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" y="3803904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4709160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" y="4873752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" y="4873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15568" y="4800600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55868" y="1719072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5" name="Text 23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04508" y="1810512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55868" y="2715768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9" name="Text 27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04508" y="2807208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55868" y="3712464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3" name="Text 31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04508" y="3803904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55868" y="4709160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93028" y="4873752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7" name="Text 35"/>
          <p:cNvSpPr/>
          <p:nvPr/>
        </p:nvSpPr>
        <p:spPr>
          <a:xfrm>
            <a:off x="6393028" y="4873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04508" y="4800600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66928" y="5760720"/>
            <a:ext cx="11057839" cy="594360"/>
          </a:xfrm>
          <a:prstGeom prst="rect">
            <a:avLst/>
          </a:prstGeom>
          <a:solidFill>
            <a:srgbClr val="D9B668"/>
          </a:solidFill>
          <a:ln/>
        </p:spPr>
      </p:sp>
      <p:sp>
        <p:nvSpPr>
          <p:cNvPr id="40" name="Text 38"/>
          <p:cNvSpPr/>
          <p:nvPr/>
        </p:nvSpPr>
        <p:spPr>
          <a:xfrm>
            <a:off x="749808" y="5833872"/>
            <a:ext cx="10692079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체크리스트는 계약 전 매수인의 안전한 자산 인수를 위한 필수 확인 사항이며, 실사(Due Diligence) 결과에 따라 매매 조건 및 잔금 일정이 조정될 수 있습니다.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절차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11057839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106189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1061892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true,"mocked":true,"extractedFields":{"area_signal":"역삼","asset_type":"[건물명 비공개]","price_band":"43억","size_signal":"580평(약 1917.4㎡)"},"extractedFacts":{"region":"역삼","exactAddressCandidate":"용산구 원효로1가 41-10","assetType":"[건물명 비공개]","priceText":"43억","sizeText":"580평(약 1917.4㎡)","currentUse":"근린생활시설","currentUseSignal":"근린생활시설","leaseSignal":"임대중","vacancySignal":"공실없음","tenantNames":[],"unitRentTexts":[],"sellerMotivationText":"자산 효율화","brokerNotes":["역세권 매물"]},"detectedSensitiveFields":["exact_address"],"ambiguousFields":[],"warnings":[],"areaSignal":"역삼","assetType":"[건물명 비공개]","priceBand":"43억","sizeSignal":"580평(약 1917.4㎡)","dealType":"매각","buildingName":"[건물명 비공개]","exactAddress":"용산구 원효로1가 41-10","totalFloorArea":1917.364,"buildYear":2015,"currentUseSignal":"근린생활시설","vacancySignal":"공실 없음","fitSummary":"역삼 권역 입지의 [건물명 비공개] 매각 물건","cautionSummary":"권리관계 및 현장 실사 확인 필요","hiddenFields":["exact_address","seller_motivation"],"confidence":{"areaSignal":"confirmed","assetType":"confirmed","priceBand":"confirmed","fitSummary":"ai_hypothesis"},"missingData":[],"boundaryNote":"본 자료는 실거래 통계 기반 참고치입니다.","buyerType":"법인 사옥형","budgetRange":{"min":70,"max":70,"display":"43억"},"preferredRegions":["강남","성수"],"assetTypes":["[건물명 비공개]","사옥용"],"purchasePurpose":"사옥용 매입","mustHave":["역세권 도보 3분 이내","주차"],"niceToHave":["테라스","루프탑"],"riskTolerance":"medium","financingNote":"자본금 50% 준비","missingQuestions":["구체적인 입주 시기가 언제인가요?","선호하는 수익률이 있나요?"],"privacyNotes":["연락처 비공개"],"fitReasons":["매수자 예산(43억)에 부합하는 매물입니다.","요청하신 성수/강남 권역에 해당합니다."],"cautionReasons":["요청한 용도와 달리 명도 협의가 다소 필요합니다."],"recommendedNextAction":"현장 답사 제안","kakaoMessage":"안녕하세요! 요청하신 조건에 부합하는 추천 매물이 있어 안내해 드립니다. 확인해보시고 피드백 부탁드립니다.","title":"역삼 역세권 도보 3분 이내 [건물명 비공개] 매각","shortSummary":"역삼역 도보 거리의 우량 [건물명 비공개] 매물입니다.","dealPoints":["역세권 도보 3분 이내","개발 및 사옥 최적"],"cautionPoints":["권리관계 확인 필요"],"hiddenInfoNotice":["보증금 및 지번은 인가 후 확인 가능"],"gateMessage":"G1 등급 등록이 필요합니다.","kakaoText":"역삼 [건물명 비공개]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2개월","restrictions":[],"landlordIdentity":"김성수","currentTenant":"스타트업","vacancyReason":"이전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414016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C2433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자료의 모든 수치는 예비 검토용이며, 상세 실사 자료 및 비밀 상담은 담당 전문 중개사를 통해 제공됩니다.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공부 발췌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표제부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5,000㎡ (1512.5평)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BEE3F8"/>
          </a:solidFill>
          <a:ln/>
        </p:spPr>
      </p:sp>
      <p:sp>
        <p:nvSpPr>
          <p:cNvPr id="11" name="Shape 9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2" name="Text 10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자산 개요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도심 비즈니스 권역 소재 우량 투자 자산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대중교통 접근성 및 주변 상업·업무 인프라 밀집 지역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및 토지이용계획 기준 권리관계 정상 확인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BEE3F8"/>
          </a:solidFill>
          <a:ln/>
        </p:spPr>
      </p:sp>
      <p:sp>
        <p:nvSpPr>
          <p:cNvPr id="15" name="Shape 13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수익 및 운영 현황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수익형 자산으로 안정적 캐시플로우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임차인 계약 유지 중으로 즉시 수익 실현 가능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및 수선유지 비용 정상 운영 상태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2026-09-17T08:53:51Z</dcterms:created>
  <dcterms:modified xsi:type="dcterms:W3CDTF">2026-09-17T08:53:51Z</dcterms:modified>
</cp:coreProperties>
</file>