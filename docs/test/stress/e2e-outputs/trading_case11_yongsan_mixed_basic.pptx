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6B8E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 rot="120000">
            <a:off x="8412480" y="548640"/>
            <a:ext cx="3291840" cy="5760720"/>
          </a:xfrm>
          <a:prstGeom prst="rect">
            <a:avLst/>
          </a:prstGeom>
          <a:solidFill>
            <a:srgbClr val="0F172A">
              <a:alpha val="12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0" y="5303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상업용 부동산 투자 플랫폼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trading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복합구옥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복합구옥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43억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4F6A00"/>
          </a:solidFill>
          <a:ln w="12700">
            <a:solidFill>
              <a:srgbClr val="6B8E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43억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Summary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용산권역 내 복합구옥, 매각 희망가 43억. 입지·임대차 현황을 감안할 때 투자 검토 가치가 있는 물건입니다.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6B8E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43억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2,842,971원/평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 할인율(갭)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13.1% 저평가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수익률(HPR)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2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Location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53328" y="1481328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170475" y="1481328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{"ok":true,"mocked":true,"extractedFields":{"area_signal":"역…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3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Building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10" name="Shape 8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1" name="Text 9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서초대로 25m 메인 도로변 우수한 가시성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제3종일반주거지역 법정 용적률 완비 자산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침대용 승강기 완비로 병의원 입점 최적화 구조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DBEAFE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상태로 누수·균열 0건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법인 소유로 권리관계 투명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1금융권 담보대출 85억 원 승계 적격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4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Market Position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 내 자산 위치와 가격 경쟁력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 포지셔닝 및 시세 갭 분석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매각 희망가 기준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프리미엄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접근성 우수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DBEAFE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인근 시세 대비 합리적 매각가 형성으로 단기 매매 및 리밸런싱에 적합합니다.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5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Comps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유사 거래 사례 및 비교 분석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6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Risk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417320"/>
            <a:ext cx="350306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417320"/>
            <a:ext cx="3503066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5528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7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Thesis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E8F5CC"/>
          </a:solidFill>
          <a:ln w="10160">
            <a:solidFill>
              <a:srgbClr val="A3D9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509320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💡 종합 가치 제안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441448" y="5074920"/>
            <a:ext cx="90004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8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Process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11057839" cy="320040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572768"/>
            <a:ext cx="11057839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9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Disclaimer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5179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847088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4708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139696" y="182880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504688" y="184708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2505456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139696" y="248716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504688" y="2505456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0.95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3163824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3163824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139696" y="314553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504688" y="3163824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0.65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822192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3822192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139696" y="380390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504688" y="382219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0.60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480560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23" name="Text 21"/>
          <p:cNvSpPr/>
          <p:nvPr/>
        </p:nvSpPr>
        <p:spPr>
          <a:xfrm>
            <a:off x="566928" y="448056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139696" y="446227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504688" y="448056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92240" y="151790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92240" y="1847088"/>
            <a:ext cx="5129784" cy="2615184"/>
          </a:xfrm>
          <a:prstGeom prst="roundRect">
            <a:avLst>
              <a:gd name="adj" fmla="val 1399"/>
            </a:avLst>
          </a:prstGeom>
          <a:solidFill>
            <a:srgbClr val="1E293B"/>
          </a:solidFill>
          <a:ln/>
        </p:spPr>
      </p:sp>
      <p:sp>
        <p:nvSpPr>
          <p:cNvPr id="28" name="Text 26"/>
          <p:cNvSpPr/>
          <p:nvPr/>
        </p:nvSpPr>
        <p:spPr>
          <a:xfrm>
            <a:off x="6711696" y="2011680"/>
            <a:ext cx="46908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3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30" dirty="0"/>
          </a:p>
        </p:txBody>
      </p:sp>
      <p:sp>
        <p:nvSpPr>
          <p:cNvPr id="29" name="Shape 27"/>
          <p:cNvSpPr/>
          <p:nvPr/>
        </p:nvSpPr>
        <p:spPr>
          <a:xfrm>
            <a:off x="566928" y="5230368"/>
            <a:ext cx="11057839" cy="640080"/>
          </a:xfrm>
          <a:prstGeom prst="rect">
            <a:avLst/>
          </a:prstGeom>
          <a:solidFill>
            <a:srgbClr val="4F6A00"/>
          </a:solidFill>
          <a:ln/>
        </p:spPr>
      </p:sp>
      <p:sp>
        <p:nvSpPr>
          <p:cNvPr id="30" name="Text 28"/>
          <p:cNvSpPr/>
          <p:nvPr/>
        </p:nvSpPr>
        <p:spPr>
          <a:xfrm>
            <a:off x="786384" y="5321808"/>
            <a:ext cx="106189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자료(등기·임대차계약서) 및 1:1 비밀 상담은 담당 전문 중개사를 통해 제공됩니다.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10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2026-08-16T06:16:38Z</dcterms:created>
  <dcterms:modified xsi:type="dcterms:W3CDTF">2026-08-16T06:16:38Z</dcterms:modified>
</cp:coreProperties>
</file>