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내 올근생빌딩, 매각 희망가 240억.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종로권역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종로권역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47472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374904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3803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587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07822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또는 밸류업 후 단기 매각(Trading)을 통한 Capital Gain 실현 시나리오입니다.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2026-08-16T08:22:51Z</dcterms:created>
  <dcterms:modified xsi:type="dcterms:W3CDTF">2026-08-16T08:22:51Z</dcterms:modified>
</cp:coreProperties>
</file>