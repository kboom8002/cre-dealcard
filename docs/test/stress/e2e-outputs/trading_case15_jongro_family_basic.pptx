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올근생빌딩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올근생빌딩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종로권역 소재 올근생빌딩, 희망가 240억 원 — 시세차익형 매매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15,867,768원/평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할인율(갭)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13.1% 저평가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수익률(HPR)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240억 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전략: 240억 수준에서 단기 보유 후 시세차익 실현 시나리오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종로권역 업무·상업 중심지 배후 수요 확보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true,"mocked":true,"extractedFields":{"area_signal":"관수","asset_type":"건물명 비공개","price_band":"240억","size_signal":"580평(약 1917.4㎡)"},"extractedFacts":{"region":"관수","exactAddressCandidate":"해당 권역","assetType":"건물명 비공개","priceText":"240억","sizeText":"580평(약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매물"},"detectedSensitiveFields":"exact_address","ambiguousFields":,"warnings":,"areaSignal":"관수","assetType":"건물명 비공개","priceBand":"240억","sizeSignal":"580평(약 1917.4㎡)","dealType":"매각","buildingName":"건물명 비공개","exactAddress":"종로구 관수동 105-3","totalFloorArea":1917.364,"buildYear":2015,"currentUseSignal":"근린생활시설","vacancySignal":"공실 없음","fitSummary":"관수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사옥형","budgetRange":{"min":70,"max":70,"display":"240억"},"preferredRegions":"강남","성수","assetTypes":"건물명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예산(240억)에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부탁드립니다.","title":"관수 역세권 도보 3분 이내 건물명 비공개 매각","shortSummary":"관수역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필요합니다.","kakaoText":"관수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{"ok":true,"mocked":true,"extractedFields":{"area_signal":"관수","asset_type":"[건물명 비공개]","price_band":"240억","size_signal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true,"mocked":true,"extractedFields":{"area_signal":"관수","asset_type":"건물명 비공개","price_band":"240억","size_signal":"580평(약 1917.4㎡)"},"extractedFacts":{"region":"관수","exactAddressCandidate":"해당 권역","assetType":"건물명 비공개","priceText":"240억","sizeText":"580평(약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매물"},"detectedSensitiveFields":"exact_address","ambiguousFields":,"warnings":,"areaSignal":"관수","assetType":"건물명 비공개","priceBand":"240억","sizeSignal":"580평(약 1917.4㎡)","dealType":"매각","buildingName":"건물명 비공개","exactAddress":"종로구 관수동 105-3","totalFloorArea":1917.364,"buildYear":2015,"currentUseSignal":"근린생활시설","vacancySignal":"공실 발생","fitSummary":"관수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사옥형","budgetRange":{"min":70,"max":70,"display":"240억"},"preferredRegions":"강남","성수","assetTypes":"건물명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예산(240억)에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부탁드립니다.","title":"관수 역세권 도보 3분 이내 건물명 비공개 매각","shortSummary":"관수역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필요합니다.","kakaoText":"관수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가능","region":"성수동","areaSqm":150,"deposit":5000,"monthlyRent":400,"maintenanceFee":50,"availableFrom":"즉시입주","leaseTermMonths":24,"incentives":{"렌트프리(무상임대)Months":2,"interiorSupport":"일부 인테리어 지원","freeRentDetail":"렌트프리 2개월 지원"},"shortSummaryLease":"성수역 도보 5분 거리 1층 리테일 상가 매물입니다."}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true,"mocked":true,"extractedFields":{"area_signal":"관수","asset_type":"건물명 비공개","price_band":"240억","size_signal":"580평(약 1917.4㎡)"},"extractedFacts":{"region":"관수","exactAddressCandidate":"해당 권역","assetType":"건물명 비공개","priceText":"240억","sizeText":"580평(약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매물"},"detectedSensitiveFields":"exact_address","ambiguousFields":,"warnings":,"areaSignal":"관수","assetType":"건물명 비공개","priceBand":"240억","sizeSignal":"580평(약 1917.4㎡)","dealType":"매각","buildingName":"건물명 비공개","exactAddress":"종로구 관수동 105-3","totalFloorArea":1917.364,"buildYear":2015,"currentUseSignal":"근린생활시설","vacancySignal":"공실 없음","fitSummary":"관수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사옥형","budgetRange":{"min":70,"max":70,"display":"240억"},"preferredRegions":"강남","성수","assetTypes":"건물명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예산(240억)에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부탁드립니다.","title":"관수 역세권 도보 3분 이내 건물명 비공개 매각","shortSummary":"관수역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필요합니다.","kakaoText":"관수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{"ok":true,"mocked":true,"extractedFields":{"area_signal":"관수","asset_type":"[건물명 비공개]","price_band":"240억","size_signal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true,"mocked":true,"extractedFields":{"area_signal":"관수","asset_type":"건물명 비공개","price_band":"240억","size_signal":"580평(약 1917.4㎡)"},"extractedFacts":{"region":"관수","exactAddressCandidate":"해당 권역","assetType":"건물명 비공개","priceText":"240억","sizeText":"580평(약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매물"},"detectedSensitiveFields":"exact_address","ambiguousFields":,"warnings":,"areaSignal":"관수","assetType":"건물명 비공개","priceBand":"240억","sizeSignal":"580평(약 1917.4㎡)","dealType":"매각","buildingName":"건물명 비공개","exactAddress":"종로구 관수동 105-3","totalFloorArea":1917.364,"buildYear":2015,"currentUseSignal":"근린생활시설","vacancySignal":"공실 발생","fitSummary":"관수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사옥형","budgetRange":{"min":70,"max":70,"display":"240억"},"preferredRegions":"강남","성수","assetTypes":"건물명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예산(240억)에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부탁드립니다.","title":"관수 역세권 도보 3분 이내 건물명 비공개 매각","shortSummary":"관수역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필요합니다.","kakaoText":"관수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{"ok":true,"mocked":true,"extractedFields":{"area_signal":"관수","asset_type":"[건물명 비공개]","price_band":"240억","size_signal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11.04억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2.16억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253.2억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121.2억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241.2억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145.2억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121.2억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97.2억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{"ok":true,"mocked":true,"extractedFields":{"area_signal":"관수","asset_type":"[건물명 비공개]","price_band":"240억","size_signal":"580평(약 1917.4㎡)"},"extractedFacts":{"region":"관수","exactAddressCandidate":"해당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8건)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true,"mocked":true,"extractedFields":{"area_signal":"관수","asset_type":"[건물명 비공개]","price_band":"240억","size_signal":"580평(약 1917.4㎡)"},"extractedFacts":{"region":"관수","exactAddressCandidate":"해당 권역","assetType":"[건물명 비공개]","priceText":"240억","sizeText":"580평(약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매물"]},"detectedSensitiveFields":["exact_address"],"ambiguousFields":[],"warnings":[],"areaSignal":"관수","assetType":"[건물명 비공개]","priceBand":"240억","sizeSignal":"580평(약 1917.4㎡)","dealType":"매각","buildingName":"[건물명 비공개]","exactAddress":"종로구 관수동 105-3","totalFloorArea":1917.364,"buildYear":2015,"currentUseSignal":"근린생활시설","vacancySignal":"공실 없음","fitSummary":"관수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사옥형","budgetRange":{"min":70,"max":70,"display":"240억"},"preferredRegions":["강남","성수"],"assetTypes":["[건물명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예산(240억)에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부탁드립니다.","title":"관수 역세권 도보 3분 이내 [건물명 비공개] 매각","shortSummary":"관수역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필요합니다.","kakaoText":"관수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2026-09-17T08:53:57Z</dcterms:created>
  <dcterms:modified xsi:type="dcterms:W3CDTF">2026-09-17T08:53:57Z</dcterms:modified>
</cp:coreProperties>
</file>