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trading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올근생빌딩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올근생빌딩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240억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240억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종로권역 내 올근생빌딩, 매각 희망가 240억. 입지·임대차 현황을 감안할 때 투자 검토 가치가 있는 물건입니다.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240억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15,867,744원/평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시세 할인율(갭)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13.1% 저평가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수익률(HPR)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안전판: 종로권역 핵심 입지 및 우량 대지 지분 가치로 하방 경직성 확보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매각 희망가 240억 대비 안정적인 월 임대수익 창출 구조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미래 가치: 향후 권역 지가 상승 및 공법상 잔여 용적률 활용 밸류업 기회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Position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시장 내 자산 위치와 가격 경쟁력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유사 거래 사례 및 비교 분석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3515258" cy="3657600"/>
          </a:xfrm>
          <a:prstGeom prst="roundRect">
            <a:avLst>
              <a:gd name="adj" fmla="val 1561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3515258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3058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물리적 상태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 준공 신축급 상태 (누수/균열 결함 없음)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 10년 미만으로 대규모 수선비용 발생 가능성 낮음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38218" y="1417320"/>
            <a:ext cx="3515258" cy="3657600"/>
          </a:xfrm>
          <a:prstGeom prst="roundRect">
            <a:avLst>
              <a:gd name="adj" fmla="val 1561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38218" y="1417320"/>
            <a:ext cx="3515258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4566818" y="1618488"/>
            <a:ext cx="3058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 및 설비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566818" y="19476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15인승 침대용 승강기 및 냉난방 설비 양호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566818" y="23774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주기적 정기 점검 계약 유지로 관리 리스크 최소화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109509" y="1417320"/>
            <a:ext cx="3515258" cy="3657600"/>
          </a:xfrm>
          <a:prstGeom prst="roundRect">
            <a:avLst>
              <a:gd name="adj" fmla="val 1561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09509" y="1417320"/>
            <a:ext cx="3515258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8" name="Text 16"/>
          <p:cNvSpPr/>
          <p:nvPr/>
        </p:nvSpPr>
        <p:spPr>
          <a:xfrm>
            <a:off x="8338109" y="1618488"/>
            <a:ext cx="3058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임차인 이탈 위험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8338109" y="19476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병의원/약국 인테리어 투자비(호실당 5억↑) 존속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338109" y="23774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WALE 3.5년 확보 및 만기 6개월 전 재계약 협상 개시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총평: 자산의 물리적·권리적 하자가 없으며, 세부 임대차 계약서 및 등기사항증명서는 LOI 접수 후 원본 열람 가능합니다.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건물을 사야 하는가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1133856" y="1005840"/>
            <a:ext cx="1049091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밸류업 시나리오 (AI 추정)</a:t>
            </a:r>
            <a:endParaRPr lang="en-US" sz="1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178808"/>
          <a:ext cx="11057839" cy="914400"/>
        </p:xfrm>
        <a:graphic>
          <a:graphicData uri="http://schemas.openxmlformats.org/drawingml/2006/table">
            <a:tbl>
              <a:tblPr/>
              <a:tblGrid>
                <a:gridCol w="2764460"/>
                <a:gridCol w="2764460"/>
                <a:gridCol w="2764460"/>
                <a:gridCol w="27644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NOI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Rate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투자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비용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②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현실화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0.40억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3.48%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불필요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리모델링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상승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0.64억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(+8%)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3.58%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15.00억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534924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545896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2487168" y="542239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초기 관심 표명 → 담당자 연락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148508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22828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422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36422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642284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 → 임차인 정보 및 임대차계약서 제공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642284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04408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8728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981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64981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98184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일정 조율 → 건물 컨디션 및 설비 직접 확인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498184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860307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134627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354083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6" name="Text 24"/>
          <p:cNvSpPr/>
          <p:nvPr/>
        </p:nvSpPr>
        <p:spPr>
          <a:xfrm>
            <a:off x="9354083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4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354083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LOI(투자의향서) 제출 → 가격 협의 개시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9354083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2026-08-23T11:28:47Z</dcterms:created>
  <dcterms:modified xsi:type="dcterms:W3CDTF">2026-08-23T11:28:47Z</dcterms:modified>
</cp:coreProperties>
</file>