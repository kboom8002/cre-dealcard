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trading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올근생빌딩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올근생빌딩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240억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240억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종로권역 소재 올근생빌딩, 희망가 240억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240억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15,867,744원/평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시세 할인율(갭)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13.1% 저평가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수익률(HPR)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종로권역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240억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유사 거래 사례 및 비교 분석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거래동향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300억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Turnover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권역 회전율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적정 가격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240.0억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11.04억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2.16억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253.2억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12.0억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120.0억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121.2억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241.2억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145.2억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121.2억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97.2억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(1512.5평)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2026-09-06T12:24:27Z</dcterms:created>
  <dcterms:modified xsi:type="dcterms:W3CDTF">2026-09-06T12:24:27Z</dcterms:modified>
</cp:coreProperties>
</file>