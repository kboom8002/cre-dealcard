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소재 올근생빌딩, 희망가 240억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종로권역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240억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11.04억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2.16억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253.2억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97.2억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2026-09-06T13:11:48Z</dcterms:created>
  <dcterms:modified xsi:type="dcterms:W3CDTF">2026-09-06T13:11:48Z</dcterms:modified>
</cp:coreProperties>
</file>