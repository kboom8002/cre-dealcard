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박민호 수석팀장  |  리얼티코리아 중개법인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강남·서초 메디컬 벨트 핵심 거점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강남역(2호선·신분당선) 및 양재역 도보 5분 더블역세권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삼성타운, 롯데칠성부지 개발호재 인접 및 고소득 오피스 상주인구 12만명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강남대로, 서초대로, 남부순환로 직결 우수한 차량 접근성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(올근생)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서초구 서초동 1320-5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(471.1㎡)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 (2,052.2㎡)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 (신축급 내외관 컨디션)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자주식+기계식 총 18대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7" name="Shape 24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5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월임대료(만원)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6F~7F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메디컬에듀센터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만실(6개사)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445.0평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115,000만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5,950만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즉시 연 4.62% 확정 Cap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매매가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11억 5,000만 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임대료 합계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 (연 7억 1,400만 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관리비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680만 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기대 레버리지 수익률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5.82% (LTV 50% 실행 시)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실투자금액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 (보증금+대출 차감 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11억 5,000만 원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 (연 7억 1,400만 원)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관리비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680만 원</a:t>
            </a:r>
            <a:endParaRPr lang="en-US" sz="2500" dirty="0"/>
          </a:p>
        </p:txBody>
      </p:sp>
      <p:sp>
        <p:nvSpPr>
          <p:cNvPr id="37" name="Shape 3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레버리지 수익률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5.82% (LTV 50% 실행 시)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실투자금액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 (보증금+대출 차감 후)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리스크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필요 없음, 최근 승강기 정밀점검 완료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업종 평균 계약 5년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 평균 3.5년, 장기 우량 임차인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리스크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4.1% 우대금리 대출 승계 가능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포인트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60대 자산가를 위한 핵심 투자 4대 강점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원금 안정성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 상업지 토지가격 지속 상승 구간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현금흐름 명확성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5,950만원 세후 안정적 배당 소득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관리 편의성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 성격 임차인으로 공실 리스크 및 명도 마찰 극소화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절세 및 승계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전환 또는 사전증여 시 유리한 우량 자산 구조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안정성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 상업지 토지가격 지속 상승 구간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 명확성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5,950만원 세후 안정적 배당 소득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편의성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 성격 임차인으로 공실 리스크 및 명도 마찰 극소화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절세 및 승계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전환 또는 사전증여 시 유리한 우량 자산 구조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매수 검토를 위한 요약 투자설명서이며, 세부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매수 검토를 위한 요약 투자설명서이며, 세부 권리관계 및 계약서 원본은 실사 단계에서 제공됩니다.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 ·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2026-08-16T04:24:28Z</dcterms:created>
  <dcterms:modified xsi:type="dcterms:W3CDTF">2026-08-16T04:24:28Z</dcterms:modified>
</cp:coreProperties>
</file>