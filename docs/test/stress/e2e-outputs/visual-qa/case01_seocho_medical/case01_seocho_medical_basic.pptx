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중개법인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박민호 수석팀장  |  리얼티코리아 중개법인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4.62%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5.82%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강남·서초 메디컬 벨트 핵심 거점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강남역(2호선·신분당선) 및 양재역 도보 5분 더블역세권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삼성타운, 롯데칠성부지 개발호재 인접 및 고소득 오피스 상주인구 12만명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강남대로, 서초대로, 남부순환로 직결 우수한 차량 접근성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빌딩 (올근생)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서초구 서초동 1320-5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142.5평 (471.1㎡)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620.8평 (2,052.2㎡)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2층 ~ 지상 7층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11월 (신축급 내외관 컨디션)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자주식+기계식 총 18대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입점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전용(평)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보증금(만원)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월임대료(만원)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대형약국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치과의원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6F~7F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메디컬에듀센터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130.0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만실(6개사)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445.0평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115,000만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5,950만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즉시 연 4.62% 확정 Cap 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11억 5,000만 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 원 (연 7억 1,400만 원)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관리비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680만 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레버리지 수익률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7233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5.82% (LTV 50% 실행 시)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48549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3141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13141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68.5억 원 (보증금+대출 차감 후)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물리적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준공 신축급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대수선 필요 없음, 최근 승강기 정밀점검 완료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리스크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업종 평균 계약 5년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임대기간 평균 3.5년, 장기 우량 임차인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리스크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금리 변동성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4.1% 우대금리 대출 승계 가능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포인트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 메디컬 타워 핵심 투자 4대 강점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안정성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강남대로 이면 상업지 토지가격 지속 상승 구간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현금흐름 명확성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5,950만원 세후 안정적 배당 소득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 편의성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메디컬 단일 성격 임차인으로 공실 리스크 및 명도 마찰 극소화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절세 및 승계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법인 전환 또는 사전증여 시 유리한 우량 자산 구조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종합 가치 제안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41448" y="5230368"/>
            <a:ext cx="9000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기반으로 중장기 자산 가치 상승 및 안정적인 현금흐름을 동시에 기대할 수 있는 우량 투자 기회입니다.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리얼티코리아 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2026-08-19T04:03:51Z</dcterms:created>
  <dcterms:modified xsi:type="dcterms:W3CDTF">2026-08-19T04:03:51Z</dcterms:modified>
</cp:coreProperties>
</file>