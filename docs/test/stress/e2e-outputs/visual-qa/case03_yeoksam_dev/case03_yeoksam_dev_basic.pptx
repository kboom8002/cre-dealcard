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 테헤란로 복합 신축부지 개발 제안서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 디벨로퍼스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김태진 본부장  |  테헤란 디벨로퍼스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2,247.9㎡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168.5평 (557.0㎡)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용적률 250%)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 (평당 1억 2,460만 원)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단층 구옥 100% 명도 완료 (즉시 착공 가능)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 밸리 중심 오피스 배후 거점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2호선 역삼역 도보 3분 초역세권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테헤란로, 언주로, 논현로 직결 차량 접근성 우수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환경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센터필드 및 IT 스타트업 신사옥 밀집 수요 폭발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테헤란로 이면 코너 신축 부지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강남구 역삼동 735-8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168.5평 (557.0㎡)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용적률 250%)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× 6m 코너 부지 (일조권 사선제한 유리)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 (평당 1억 2,460만 원)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단층 구옥 100% 명도 완료 (즉시 착공 가능)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상세 (Land Detail)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코너 장방형 대지로 건축 효율 극대화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형상/지세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평지 장방형 대지로 지하 굴착 효율 최상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50% / 용적률 250% (인센티브 적용 가능)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개발성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주차 16대 및 근린생활시설 배치 최적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17" name="Shape 14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5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개요 및 수지 분석 (Feasibility)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 신축 연면적 680평 개발 계획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6858000" cy="274320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83664"/>
            <a:ext cx="36576" cy="26334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3852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 (Value Proposition)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65288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상승(Capital Gain)을 동시에 실현할 수 있는 우량 투자 기회입니다.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536192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66420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공사비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184708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850만 원 (약 57.8억 원 소요)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84287" y="2670048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279806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사업비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298094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285억 원 (토지비 210억 + 공사비/부대비용 75억)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84287" y="3803904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48879" y="39319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 후 예상 가치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48879" y="41148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360억 원 (Cap Rate 4.2% 기준 매각 환산가)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84287" y="4937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8879" y="506577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마진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48879" y="524865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75억 원 (세전 개발 수익률 26.3%)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건축심의 및 법정 인센티브 용적률 확보 계획 수립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공사비 변동성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원자재가 상승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책임준공 및 확정 도급계약(GMP) 방식 시공사 선정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분양/임대 리스크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공실률 1.2%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 6개월 전 테크 기업 통임대(Master Lease) 사전 마케팅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 (Thesis)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핵심지 희소 코너 부지 가치 극대화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희소성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 도보 3분 테헤란로 핵심 배후 오피스 입지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마진 확보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완료 시 세전 26.3% 개발 마진 실현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안전성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완료 및 8m 코너로 건축 설계 제약 최소화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유동성 프리미엄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 즉시 기관 및 프라이빗 바이어 통매각 용이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FFCC"/>
          </a:solidFill>
          <a:ln w="10160">
            <a:solidFill>
              <a:srgbClr val="E0F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개발 사업성 검토를 위한 요약 제안서이며,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개발 사업성 검토를 위한 요약 제안서이며, 가설계 도면 및 세부 수지분석표는 NDA 체결 후 제공됩니다.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 디벨로퍼스 ·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2026-08-16T04:58:35Z</dcterms:created>
  <dcterms:modified xsi:type="dcterms:W3CDTF">2026-08-16T04:58:35Z</dcterms:modified>
</cp:coreProperties>
</file>