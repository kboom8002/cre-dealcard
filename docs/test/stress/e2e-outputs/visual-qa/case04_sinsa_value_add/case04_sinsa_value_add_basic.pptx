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노후빌딩 리모델링 밸류애드 제안서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 파트너스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정현우 팀장  |  가로수 파트너스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 (338.2㎡)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 (712.1㎡)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4층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692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용적률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165% (법정 200% 대비 35%p 증축 여력 보유)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37710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170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4170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 (평당 9,580만 원)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3호선·신분당선 신사역세권 및 가로수길 핫플레이스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교통망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신사역(3호선·신분당선 더블역세권) 도보 6분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특성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플래그십 스토어 및 트렌디 F&amp;B 집결지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유동 인구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MZ 및 외국인 관광객 일평균 유동인구 6만명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패션·리테일 핵심 이면 노후 빌딩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신사동 534-11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 (338.2㎡)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 (712.1㎡)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4층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용적률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165% (법정 200% 대비 35%p 증축 여력 보유)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 (평당 9,580만 원)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 (Market Position)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전후 임대료 및 자산가치 퀀텀 점프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현황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임차 구성으로 월 임대료 1,100만 원 (연 순수익률 1.3%)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외관 커튼월 교체 + 1개층 수직 증축 시 월 2,600만 원 달성 가능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 상승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투자비 12억 투입 후 자산가치 135억 원으로 증대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17" name="Shape 14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5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사례 (Comps)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본건(예상)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A사례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B사례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대지(평)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102.3평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95.0평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110.2평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135억(목표)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130억(23년)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152억(24년)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3,190만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3,680만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3,790만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2,600만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2,450만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4개 임차인 잔여계약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3개사 만기 도래 및 1개사 명도 합의금 사전 산정 완료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안전성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1994년 준공 조적조/라멘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정밀구조안전진단 통과 및 탄소섬유 보강 설계 반영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공사 기간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6개월 소요 예상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비수기(동절기 전) 착공 및 사전 임차의향서(LOI) 확보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 (Thesis)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용적률 증축 및 리모델링 극대화 전략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 2.3배 증대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근생을 트렌디 F&amp;B/쇼룸으로 탈바꿈하여 월세 2,600만 원 확보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용적률 증축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 대비 35%p 추가 증축으로 실사용 면적 극대화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상권 회복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신분당선 연장 및 해외 관광객 유입으로 매매 호가 지속 상승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단기 엑시트 용이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완료 후 법인 사옥 또는 리테일 펀드 매각 추진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 파트너스 ·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2026-08-19T04:04:11Z</dcterms:created>
  <dcterms:modified xsi:type="dcterms:W3CDTF">2026-08-19T04:04:11Z</dcterms:modified>
</cp:coreProperties>
</file>