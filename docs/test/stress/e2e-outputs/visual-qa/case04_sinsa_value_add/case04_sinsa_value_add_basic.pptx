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4" name="Shape 1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신사동 가로수길 노후빌딩 리모델링 밸류애드 제안서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노후빌딩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노후빌딩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773936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3" name="Text 10"/>
          <p:cNvSpPr/>
          <p:nvPr/>
        </p:nvSpPr>
        <p:spPr>
          <a:xfrm>
            <a:off x="1773936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98억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A3D9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F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98억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가로수 파트너스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정현우 팀장  |  가로수 파트너스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98억 원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4170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102.3평 (338.2㎡)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5188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215.4평 (712.1㎡)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62059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~ 지상 4층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6692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용적률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165% (법정 200% 대비 35%p 증축 여력 보유)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37710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4170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41700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98억 원 (평당 9,580만 원)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2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상권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3호선·신분당선 신사역세권 및 가로수길 핫플레이스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교통망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신사역(3호선·신분당선 더블역세권) 도보 6분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53328" y="224028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40280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 특성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170475" y="2240280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플래그십 스토어 및 트렌디 F&amp;B 집결지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53328" y="267919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679192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유동 인구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170475" y="2679192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2030 MZ 및 외국인 관광객 일평균 유동인구 6만명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개요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가로수길 패션·리테일 핵심 이면 노후 빌딩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서울특별시 강남구 신사동 534-11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102.3평 (338.2㎡)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215.4평 (712.1㎡)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~ 지상 4층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용적률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165% (법정 200% 대비 35%p 증축 여력 보유)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98억 원 (평당 9,580만 원)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4287" y="1645920"/>
            <a:ext cx="3840480" cy="301752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7784287" y="4800600"/>
            <a:ext cx="3840480" cy="1325880"/>
          </a:xfrm>
          <a:prstGeom prst="roundRect">
            <a:avLst>
              <a:gd name="adj" fmla="val 4138"/>
            </a:avLst>
          </a:prstGeom>
          <a:solidFill>
            <a:srgbClr val="DBEAFE"/>
          </a:solidFill>
          <a:ln/>
        </p:spPr>
      </p:sp>
      <p:sp>
        <p:nvSpPr>
          <p:cNvPr id="26" name="Shape 23"/>
          <p:cNvSpPr/>
          <p:nvPr/>
        </p:nvSpPr>
        <p:spPr>
          <a:xfrm>
            <a:off x="7784287" y="4855464"/>
            <a:ext cx="36576" cy="1216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7" name="Text 24"/>
          <p:cNvSpPr/>
          <p:nvPr/>
        </p:nvSpPr>
        <p:spPr>
          <a:xfrm>
            <a:off x="7967167" y="491032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967167" y="5129784"/>
            <a:ext cx="351129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우량 메디컬 테넌트 직영 만실 운영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15인승 침대용 승강기 및 자주식 18대 완비</a:t>
            </a:r>
            <a:endParaRPr lang="en-US" sz="930" dirty="0"/>
          </a:p>
        </p:txBody>
      </p:sp>
      <p:sp>
        <p:nvSpPr>
          <p:cNvPr id="29" name="Text 2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4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Market Position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포지션 (Market Position)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리모델링 전후 임대료 및 자산가치 퀀텀 점프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현황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노후 임차 구성으로 월 임대료 1,100만 원 (연 순수익률 1.3%)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밸류애드 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외관 커튼월 교체 + 1개층 수직 증축 시 월 2,600만 원 달성 가능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자산가치 상승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리모델링 투자비 12억 투입 후 자산가치 135억 원으로 증대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4287" y="1645920"/>
            <a:ext cx="3840480" cy="30175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784287" y="4800600"/>
            <a:ext cx="3840480" cy="1325880"/>
          </a:xfrm>
          <a:prstGeom prst="roundRect">
            <a:avLst>
              <a:gd name="adj" fmla="val 4138"/>
            </a:avLst>
          </a:prstGeom>
          <a:solidFill>
            <a:srgbClr val="DBEAFE"/>
          </a:solidFill>
          <a:ln/>
        </p:spPr>
      </p:sp>
      <p:sp>
        <p:nvSpPr>
          <p:cNvPr id="17" name="Shape 14"/>
          <p:cNvSpPr/>
          <p:nvPr/>
        </p:nvSpPr>
        <p:spPr>
          <a:xfrm>
            <a:off x="7784287" y="4855464"/>
            <a:ext cx="36576" cy="1216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8" name="Text 15"/>
          <p:cNvSpPr/>
          <p:nvPr/>
        </p:nvSpPr>
        <p:spPr>
          <a:xfrm>
            <a:off x="7967167" y="491032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967167" y="5129784"/>
            <a:ext cx="351129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우량 메디컬 테넌트 직영 만실 운영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15인승 침대용 승강기 및 자주식 18대 완비</a:t>
            </a:r>
            <a:endParaRPr lang="en-US" sz="930" dirty="0"/>
          </a:p>
        </p:txBody>
      </p:sp>
      <p:sp>
        <p:nvSpPr>
          <p:cNvPr id="20" name="Text 1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5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Comps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사례 (Comps)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1842973"/>
                <a:gridCol w="3071622"/>
                <a:gridCol w="3071622"/>
                <a:gridCol w="307162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본건(예상)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인근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A사례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인근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B사례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대지(평)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102.3평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95.0평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110.2평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매각가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135억(목표)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130억(23년)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152억(24년)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평당가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3,190만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3,680만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3,790만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2,600만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2,450만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2,800만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 점검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3503066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17320"/>
            <a:ext cx="3503066" cy="457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D9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리스크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4개 임차인 잔여계약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3개사 만기 도래 및 1개사 명도 합의금 사전 산정 완료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4314" y="1417320"/>
            <a:ext cx="3503066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417320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4314" y="1417320"/>
            <a:ext cx="3503066" cy="457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914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D9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 안전성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914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1994년 준공 조적조/라멘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914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정밀구조안전진단 통과 및 탄소섬유 보강 설계 반영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1701" y="1417320"/>
            <a:ext cx="3503066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1701" y="1417320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21701" y="1417320"/>
            <a:ext cx="3503066" cy="457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0" name="Text 18"/>
          <p:cNvSpPr/>
          <p:nvPr/>
        </p:nvSpPr>
        <p:spPr>
          <a:xfrm>
            <a:off x="8350301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D9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공사 기간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50301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6개월 소요 예상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50301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비수기(동절기 전) 착공 및 사전 임차의향서(LOI) 확보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7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86384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논거 (Thesis)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50976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잔여 용적률 증축 및 리모델링 극대화 전략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81328"/>
            <a:ext cx="54864" cy="162306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166420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E0FF66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16642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D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9844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임대수익 2.3배 증대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노후 근생을 트렌디 F&amp;B/쇼룸으로 탈바꿈하여 월세 2,600만 원 확보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5586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5868" y="1481328"/>
            <a:ext cx="54864" cy="162306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6484468" y="166420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E0FF66"/>
          </a:solidFill>
          <a:ln/>
        </p:spPr>
      </p:sp>
      <p:sp>
        <p:nvSpPr>
          <p:cNvPr id="15" name="Text 13"/>
          <p:cNvSpPr/>
          <p:nvPr/>
        </p:nvSpPr>
        <p:spPr>
          <a:xfrm>
            <a:off x="6484468" y="16642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D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8738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잔여 용적률 증축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8446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용적률 대비 35%p 추가 증축으로 실사용 면적 극대화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332988"/>
            <a:ext cx="54864" cy="162306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0" name="Shape 18"/>
          <p:cNvSpPr/>
          <p:nvPr/>
        </p:nvSpPr>
        <p:spPr>
          <a:xfrm>
            <a:off x="795528" y="351586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E0FF66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" y="35158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D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9844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가로수길 상권 회복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552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신분당선 연장 및 해외 관광객 유입으로 매매 호가 지속 상승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5586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55868" y="3332988"/>
            <a:ext cx="54864" cy="162306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4468" y="351586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E0FF66"/>
          </a:solidFill>
          <a:ln/>
        </p:spPr>
      </p:sp>
      <p:sp>
        <p:nvSpPr>
          <p:cNvPr id="27" name="Text 25"/>
          <p:cNvSpPr/>
          <p:nvPr/>
        </p:nvSpPr>
        <p:spPr>
          <a:xfrm>
            <a:off x="6484468" y="35158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D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8738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단기 엑시트 용이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8446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밸류애드 완료 후 법인 사옥 또는 리테일 펀드 매각 추진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5FFCC"/>
          </a:solidFill>
          <a:ln w="10160">
            <a:solidFill>
              <a:srgbClr val="E0FF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52486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3D9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종합 가치 제안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441448" y="5230368"/>
            <a:ext cx="90004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입지 경쟁력과 견고한 펀더멘털을 기반으로 중장기 자산 가치 상승 및 안정적인 현금흐름을 동시에 기대할 수 있는 우량 투자 기회입니다.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8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11057839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11057839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92224"/>
            <a:ext cx="384048" cy="384048"/>
          </a:xfrm>
          <a:prstGeom prst="ellipse">
            <a:avLst/>
          </a:prstGeom>
          <a:solidFill>
            <a:srgbClr val="C8FF0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리모델링 밸류애드 투자 검토용 요약서이며, 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리모델링 밸류애드 투자 검토용 요약서이며, 구조안전진단서 및 리모델링 가견적서는 실사 시 제공됩니다.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9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0" name="Text 28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가로수 파트너스 · 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10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2026-08-16T04:58:40Z</dcterms:created>
  <dcterms:modified xsi:type="dcterms:W3CDTF">2026-08-16T04:58:40Z</dcterms:modified>
</cp:coreProperties>
</file>