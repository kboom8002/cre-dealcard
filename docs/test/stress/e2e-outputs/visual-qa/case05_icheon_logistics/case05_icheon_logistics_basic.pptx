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4" name="Shape 1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복합물류센터 우량 자산 매각 제안서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3" name="Text 10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A3D900"/>
          </a:solidFill>
          <a:ln w="12700">
            <a:solidFill>
              <a:srgbClr val="C8FF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F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로지스 파트너스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강동원 상무  |  로지스 파트너스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 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4170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24억 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 (9,917.4㎡)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62059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 (18,181.8㎡)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6692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 3층 (지하 없음)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37710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170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접안시설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4170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 12개 / 도크레벨러 8개 완비 / 유효층고 12m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상권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수도권 1시간 이내 배송 핵심 로지스틱스 축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고속도로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덕평IC 3.2km, 이천IC 4.5km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도로망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42번 국도 직결, 중부고속도로 호법JC 5분 진입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입지성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쿠팡, 마켓컬리, CJ 메가허브 인접 핵심 물류 벨트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경기도 이천시 마장면 복합온도 물류센터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경기도 이천시 마장면 덕평리 450-12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 (9,917.4㎡)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 (18,181.8㎡)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 3층 (지하 없음)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2020년 8월 (신축급 특A급 설비)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접안시설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 12개 / 도크레벨러 8개 완비 / 유효층고 12m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C8FF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6" name="Shape 23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4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9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KPI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지표 (KPI Overview)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 Master Lease 만실 운영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2536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임대율(Occupancy)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03474" y="1691640"/>
            <a:ext cx="41385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(잔여 임대기간 6.5년 확정)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112264"/>
            <a:ext cx="667512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112264"/>
            <a:ext cx="2536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처리 물동량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03474" y="2112264"/>
            <a:ext cx="41385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 윙바디(11톤 이상) 일 120대 입출고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32888"/>
            <a:ext cx="667512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32888"/>
            <a:ext cx="2536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전력/냉동 설비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03474" y="2532888"/>
            <a:ext cx="41385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2,500kW 수전용량 및 친환경 복합온도 냉동기 가동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DBEAFE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C8FF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07808" y="1536192"/>
            <a:ext cx="4016959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1664208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임대율(Occupancy)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772400" y="1847088"/>
            <a:ext cx="36877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(잔여 임대기간 6.5년 확정)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07808" y="3044952"/>
            <a:ext cx="4016959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0" y="3172968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처리 물동량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0" y="3355848"/>
            <a:ext cx="36877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 윙바디(11톤 이상) 일 120대 입출고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07808" y="4553712"/>
            <a:ext cx="4016959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4681728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전력/냉동 설비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0" y="4864608"/>
            <a:ext cx="36877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2,500kW 수전용량 및 친환경 복합온도 냉동기 가동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Revenue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및 수익 분석 (Revenue &amp; GOP)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실질 영업이익(GOP) 24억 원 및 Cap Rate 5.33%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상승(Capital Gain)을 동시에 실현할 수 있는 우량 투자 기회입니다.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C8FF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 매출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28.8억 원 (월 2억 4,000만 원)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관리비/제세공과금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4.8억 원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영업이익 (GOP)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24.0억 원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연 순수익률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5.33% 확정 수익 창출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신용도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CJ대한통운 10년 계약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연체 이력 0건, 모기업 보증 완비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화재 안전성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1급 방화구획 및 ESFR 스프링클러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2024년 소방안전 특별점검 최우수 등급 획득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2020년 준공 4년차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냉동콤프레셔 정기 유지보수 계약 체결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 (Thesis)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수도권 핵심 물류 거점 및 연 5.33% 고수익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안정성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10년 장기 책임임차로 공실 리스크 완전 해소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경쟁력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 층고 및 냉동·냉장·상온 풀옵션 복합 스펙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희소성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영동·중부고속도로 직결 수도권 1시간 배송 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27" name="Text 25"/>
          <p:cNvSpPr/>
          <p:nvPr/>
        </p:nvSpPr>
        <p:spPr>
          <a:xfrm>
            <a:off x="648446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매력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 (Cap Rate) 5.33%의 우량 현금흐름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5FFCC"/>
          </a:solidFill>
          <a:ln w="10160">
            <a:solidFill>
              <a:srgbClr val="E0FF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기반으로 중장기 자산 가치 상승 및 안정적인 현금흐름을 동시에 기대할 수 있는 우량 투자 기회입니다.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C8FF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물류센터 매입 검토를 위한 요약 제안서이며,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물류센터 매입 검토를 위한 요약 제안서이며, 정밀 설비진단서 및 마스터리스 원본은 사전 인터뷰 시 열람 가능합니다.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A3D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FF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로지스 파트너스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2026-08-16T04:58:48Z</dcterms:created>
  <dcterms:modified xsi:type="dcterms:W3CDTF">2026-08-16T04:58:48Z</dcterms:modified>
</cp:coreProperties>
</file>