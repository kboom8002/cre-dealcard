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 복합물류센터 우량 자산 매각 제안서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로지스 파트너스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강동원 상무  |  로지스 파트너스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실질 GOP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24억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3,000평 (9,917.4㎡)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5,500평 (18,181.8㎡)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3층 (지하 없음)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접안시설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도크 12개 / 도크레벨러 8개 완비 / 유효층고 12m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1시간 이내 배송 핵심 로지스틱스 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고속도로 접근성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영동고속도로 덕평IC 3.2km, 이천IC 4.5km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간선 도로망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42번 국도 직결, 중부고속도로 호법JC 5분 진입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 입지성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쿠팡, 마켓컬리, CJ 메가허브 인접 핵심 물류 벨트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경기도 이천시 마장면 복합온도 물류센터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경기도 이천시 마장면 덕평리 450-12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3,000평 (9,917.4㎡)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5,500평 (18,181.8㎡)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3층 (지하 없음)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2020년 8월 (신축급 특A급 설비)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접안시설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도크 12개 / 도크레벨러 8개 완비 / 유효층고 12m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KPI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지표 (KPI Overview)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CJ대한통운 10년 장기 Master Lease 만실 운영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임대율(Occupancy)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3474" y="169164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(잔여 임대기간 6.5년 확정)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112264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1226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처리 물동량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03474" y="211226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윙바디(11톤 이상) 일 120대 입출고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32888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전력/냉동 설비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3474" y="2532888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2,500kW 수전용량 및 친환경 복합온도 냉동기 가동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809744"/>
            <a:ext cx="36576" cy="11247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86460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50840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장기 책임임차(Master Lease) 및 첨단 설비 스펙을 바탕으로 공실 리스크 없는 안정적인 운영 성과를 확보하고 있습니다.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42492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153619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6420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임대율(Occupancy)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184708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(잔여 임대기간 6.5년 확정)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07808" y="304495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17296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처리 물동량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0" y="335584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윙바디(11톤 이상) 일 120대 입출고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07808" y="455371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68172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전력/냉동 설비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0" y="486460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2,500kW 수전용량 및 친환경 복합온도 냉동기 가동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Revenue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및 수익 분석 (Revenue &amp; GOP)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실질 영업이익(GOP) 24억 원 및 Cap Rate 5.33%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 매출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28.8억 원 (월 2억 4,000만 원)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관리비/제세공과금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4.8억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실질 영업이익 (GOP)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24.0억 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대비 연 순수익률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5.33% 확정 수익 창출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신용도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CJ대한통운 10년 계약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연체 이력 0건, 모기업 보증 완비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화재 안전성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1급 방화구획 및 ESFR 스프링클러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소방안전 특별점검 최우수 등급 획득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노후화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2020년 준공 4년차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냉동콤프레셔 정기 유지보수 계약 체결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 (Thesis)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핵심 물류 거점 및 연 5.33% 고수익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안정성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10년 장기 책임임차로 공실 리스크 완전 해소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경쟁력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12m 층고 및 냉동·냉장·상온 풀옵션 복합 스펙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희소성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영동·중부고속도로 직결 수도권 1시간 배송 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매력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 5.33%의 우량 현금흐름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로지스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2026-08-19T04:04:16Z</dcterms:created>
  <dcterms:modified xsi:type="dcterms:W3CDTF">2026-08-19T04:04:16Z</dcterms:modified>
</cp:coreProperties>
</file>