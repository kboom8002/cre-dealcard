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4" name="Shape 1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용산 용리단길 꼬마빌딩 복합구옥 매각 제안서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복합구옥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복합구옥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A3D9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용산 마스터스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최유나 팀장  |  용산 마스터스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48.2평 (159.3㎡)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78.5평 (259.5㎡)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2층 (단독주택+상가 복합구조)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명도 100% 완료 (올근생 대수선 즉시 착공 가능)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37710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170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41700" y="314553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 원 (평당 8,920만 원)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삼각지역·신용산역 더블역세권 및 용리단길 메인 축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4·6호선 삼각지역 도보 4분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53328" y="22402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40280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동선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170475" y="2240280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아모레퍼시픽, 하이브, BTS 본사 직장인 유입 동선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53328" y="267919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679192"/>
            <a:ext cx="21171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환경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70475" y="2679192"/>
            <a:ext cx="34542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감성 카페, 트렌디 비스트로 밀집 골목 상권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용리단길 핫플레이스 중심 코너 복합 구옥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용산구 원효로1가 41-10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48.2평 (159.3㎡)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78.5평 (259.5㎡)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2층 (단독주택+상가 복합구조)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상태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명도 100% 완료 (올근생 대수선 즉시 착공 가능)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43억 원 (평당 8,920만 원)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Market Position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포지션 (Market Position)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40억대 소액 투자로 용산 핵심 상권 진입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현황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주택 복합 구조로 임대 수익 미미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대수선 플랜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 F&amp;B 와인바 + 2F 디자인 스튜디오 올근생 전환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임대료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대수선 후 보증금 1.5억 / 월 1,200만 원 (연 수익률 4.1% 달성)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4287" y="1645920"/>
            <a:ext cx="3840480" cy="3017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784287" y="4800600"/>
            <a:ext cx="3840480" cy="1325880"/>
          </a:xfrm>
          <a:prstGeom prst="roundRect">
            <a:avLst>
              <a:gd name="adj" fmla="val 4138"/>
            </a:avLst>
          </a:prstGeom>
          <a:solidFill>
            <a:srgbClr val="DBEAFE"/>
          </a:solidFill>
          <a:ln/>
        </p:spPr>
      </p:sp>
      <p:sp>
        <p:nvSpPr>
          <p:cNvPr id="17" name="Shape 14"/>
          <p:cNvSpPr/>
          <p:nvPr/>
        </p:nvSpPr>
        <p:spPr>
          <a:xfrm>
            <a:off x="7784287" y="4855464"/>
            <a:ext cx="36576" cy="1216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5"/>
          <p:cNvSpPr/>
          <p:nvPr/>
        </p:nvSpPr>
        <p:spPr>
          <a:xfrm>
            <a:off x="7967167" y="491032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967167" y="5129784"/>
            <a:ext cx="351129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우량 메디컬 테넌트 직영 만실 운영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15인승 침대용 승강기 및 자주식 18대 완비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사례 (Comps)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842973"/>
                <a:gridCol w="3071622"/>
                <a:gridCol w="3071622"/>
                <a:gridCol w="307162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본건(예상)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A구옥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B구옥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대지(평)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48.2평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42.5평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51.0평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매각가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55억(목표)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50억(23년)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62억(24년)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평당가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1,410만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1,760만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2,150만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지하1~지상3층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지상2층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지상3층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용도변경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단독주택 제2종근생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용산구청 건축과 사전 용도변경 타당성 검토 완료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4314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4314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914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914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 명도 완료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914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즉시 잔금 및 착공 가능 (명도 마찰 0건)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1701" y="1417320"/>
            <a:ext cx="3503066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1701" y="1417320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1701" y="1417320"/>
            <a:ext cx="3503066" cy="457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50301" y="1618488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50301" y="1929384"/>
            <a:ext cx="30458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15인조 기포식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0301" y="2313432"/>
            <a:ext cx="304586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F&amp;B 입점 대비 30인조 증설 인허가 도면 반영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 (Thesis)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40억대 용산 입성 및 올근생 가치 극대화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진입장벽 해소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40억대 소액으로 용산 핵심 역세권 토지 선점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 제로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공실 명도 완료로 신속한 밸류애드 착공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용도변경 프리미엄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올근생 대수선 시 자산가치 55억 원 이상 증대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E0FF66"/>
          </a:solidFill>
          <a:ln/>
        </p:spPr>
      </p:sp>
      <p:sp>
        <p:nvSpPr>
          <p:cNvPr id="27" name="Text 25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D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호재 수혜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용산국제업무지구 및 용산민족공원 인접 중장기 시세차익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5FFCC"/>
          </a:solidFill>
          <a:ln w="10160">
            <a:solidFill>
              <a:srgbClr val="E0FF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2486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D9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종합 가치 제안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41448" y="5230368"/>
            <a:ext cx="90004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기반으로 중장기 자산 가치 상승 및 안정적인 현금흐름을 동시에 기대할 수 있는 우량 투자 기회입니다.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11057839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C8FF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구옥 밸류애드 검토용 요약서이며, 용도변경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구옥 밸류애드 검토용 요약서이며, 용도변경 검토서 및 대수선 가설계안은 현장 미팅 시 열람 가능합니다.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용산 마스터스 ·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2026-08-16T04:58:56Z</dcterms:created>
  <dcterms:modified xsi:type="dcterms:W3CDTF">2026-08-16T04:58:56Z</dcterms:modified>
</cp:coreProperties>
</file>