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5029200"/>
            <a:ext cx="4419295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역세권 메디컬 근생빌딩 투자설명서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(메디컬빌딩)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3584448"/>
            <a:ext cx="2414016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58444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(메디컬빌딩)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90672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3090672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제이에스부동산중개법인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정현우 수석팀장  |  제이에스부동산중개법인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로뎀나무내과·고은약국 장기 임차 만실 · 11년 미인상 임대료 정상화 시 47% 상승 여력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115.0억 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61억 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순수익률(Cap Rate)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3.45%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도로명 주소: 서울특별시 영등포구 당산로 15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153.31평 (506.8㎡)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435.95평 (1,441.15㎡) (건축물대장상 1,141.15㎡(307.9평) 오기 확인 요망)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더블역세권 및 탄탄한 아파트 배후 상권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당산역(2호선·9호선) 도보 5분 거리, 올림픽대로 및 국회대로 진출입 용이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1만 세대 이상 대단지 아파트 밀집 지역으로 생활 밀착형 수요 풍부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특성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영등포구청 및 여의도 업무지구 배후 주거·상업 복합 상권으로 주 7일 안정적 유동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규제 완화 수혜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준공업지역 제도 개선(2024.10 발표)에 따른 용적률 상향 잠재력 확보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당산동5가 11-47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도로명 주소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당산로 15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153.31평 (506.8㎡)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435.95평 (1,441.15㎡) (건축물대장상 1,141.15㎡(307.9평) 오기 확인 요망)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5층 (자주식 주차 8대, 승강기 1대)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2002년 (유지 관리 컨디션 양호)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연면적 기준 221.8% / 전체 284.4% (준공업지역 법정 상한 대비 여유)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조건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115억 원 (토지 평당 7,501만 원)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좌표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위도 37.534000, 경도 126.902000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32" name="Shape 29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3" name="Text 30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메디컬/근생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완비 및 자주식 주차 공간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공법상 잔여 용적률 활용 가치 상승 잠재력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보증금 총액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2억 9,000만 원  월 임대료 총액: 1,946만 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공실 현황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0.0% (전 층 만실 운영 중)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주요 임차인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5292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- 1F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8907" y="285292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고은약국 (보증금 5,000만 / 월세 350만)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255264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55264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- 1F·2F·5F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68907" y="3255264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로뎀나무내과 (보증금 1억 / 월세 750만)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657600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65760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- 3F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68907" y="365760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헬스장 (보증금 5,000만 / 월세 366만)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05993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5993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- 4F(401호)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8907" y="405993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국제와인 (보증금 4,000만 / 월세 260만)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446227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46227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갱신요구권 7년 잔여 → 법정 5% 상한 적용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68907" y="446227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273만 원 (시세 306만 불가)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4864608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86460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B1F/4F 일부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68907" y="486460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 자가 사용 중 (매각 시 명도 또는 신규 임대차 가능)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및 임대료 정상화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11년 미인상 임대료 정상화 시 47% 수익성 개선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연 순수익률 (Cap Rate)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2.03% (연간 실질 임대수입 2억 3,352만 원)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정상화 시뮬레이션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401호 법정 상한 규제 반영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갱신요구권(7년 잔여)으로 인해 시세(306만) 대신 법정 상한 5% 적용(273만 원)으로 보수적 수지 산출 반영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정상화 후 예상 연 순수익률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2.99% 달성 가능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" y="4626864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73659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495604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리스크 및 점검 사항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57839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및 공부상 주요 점검 항목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11096"/>
            <a:ext cx="106006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정밀안전 A등급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C19 면적 오기 점검: 층별 면적 합계(1,441.15㎡)와 건축물대장 표기(1,141.15㎡)의 300㎡ 오기 정정 필요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Bef>
                <a:spcPts val="8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C32 공동담보 처리: 근저당 채권최고액이 호실별 분할 기재되어 있으나 공동담보 2그룹으로 실제 담보 총액 84억 원 확인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Bef>
                <a:spcPts val="8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구분소유 매각 동의: 형제 2인 공유 지분 전원 매각 동의 확인 완료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Bef>
                <a:spcPts val="8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 규제: 서울시 제도 개선(2024.10) — 지구단위계획 수립 시 용적률 400%까지 상향, 용도지역 변경 추진 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메디컬 안정형 빌딩 3대 핵심 가치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A3D9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의료시설 앵커 테넌트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내과·약국 11년 장기 임차로 공실 리스크 극소화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A3D9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명확한 밸류애드 여력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11년간 동결된 임대료 정상화를 통한 즉각적인 현금흐름 47% 증대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A3D900"/>
          </a:solidFill>
          <a:ln/>
        </p:spPr>
      </p:sp>
      <p:sp>
        <p:nvSpPr>
          <p:cNvPr id="23" name="Text 21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 규제 완화 수혜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준공업지역 제도 개선에 따른 용적률 상향 잠재력 확보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매각 진행 일정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비밀유지협약(NDA) 체결 및 세부 임대차 계약서 실사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0474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4794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4794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4250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9425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4250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4250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구분소유자 2인 매매계약 체결 및 임대차 승계 확인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8341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2661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2661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2117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8402117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02117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2117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지급 및 임대차 정상화 로드맵 착수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2026-08-23T04:12:53Z</dcterms:created>
  <dcterms:modified xsi:type="dcterms:W3CDTF">2026-08-23T04:12:53Z</dcterms:modified>
</cp:coreProperties>
</file>