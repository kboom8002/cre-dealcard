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신사역 역세권 신축부지(두원빌딩) 투자설명서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(신축부지)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(신축부지)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4436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294436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제이에스부동산중개법인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정현우 수석팀장  |  제이에스부동산중개법인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 책임 명도 확정 · 강남대로 이면 쌈지공원 코너 신축 부지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242.3억 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2,032.6㎡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186.36평 (616.1㎡)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186.36평 (616.1㎡)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614.86평 (2,032.6㎡)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37710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170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4170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6층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8728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188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188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 기준 247.0% / 공부상 325.6% (2기준 병기)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997467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2059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62059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평당 1.3억 원 확정가 매각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66928" y="49011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23036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" y="534009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5340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07008" y="530352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소재지: 서울특별시 서초구 잠원동 26-14, 26-16 (2필지)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신사역 더블 역세권 및 강남대로 이면 코너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신사역(3호선·신분당선) 도보 4분, 논현역 도보 7분 초역세권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입지적 강점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전면 쌈지공원(약 377평) 개방감 확보, 교차 골목 코너 시인성 탁월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특성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7일 상권 (오피스 상주인구 + 주말 F&amp;B 및 의원 수요 집중)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호재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지하화 및 위례신사선 추진 수혜 권역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서초구 잠원동 신축 부지 (두원빌딩)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서초구 잠원동 26-14, 26-16 (2필지)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186.36평 (616.1㎡)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614.86평 (2,032.6㎡)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6층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1990년 (신축 및 재건축 부지)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 기준 247.0% / 공부상 325.6% (2기준 병기)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평당 1.3억 원 확정가 매각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9" name="Shape 26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7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메디컬/근생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완비 및 자주식 주차 공간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공법상 잔여 용적률 활용 가치 상승 잠재력</a:t>
            </a:r>
            <a:endParaRPr lang="en-US" sz="930" dirty="0"/>
          </a:p>
        </p:txBody>
      </p:sp>
      <p:sp>
        <p:nvSpPr>
          <p:cNvPr id="32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Land Detail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신축 부지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및 밸류애드 개발 적합성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접도 조건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전면 6m 도로 코너 각지, 차량 진출입 및 공사 동선 용이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필지 구조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필지 정방형 통합 개발로 토지 효용 극대화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조건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 책임 전 호실(11개사) 명도 완료 후 잔금 인도 조건 (명도 리스크 Zero)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시설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1990년 준공 노후 건물로 리모델링 대비 신축 개발이 압도적 유리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0" name="Shape 17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8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메디컬/근생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완비 및 자주식 주차 공간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공법상 잔여 용적률 활용 가치 상승 잠재력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Feasibility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개발 수지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신축 개발 계획 (안)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용도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6층 근생 · 의원 · 프리미엄 업무시설 복합 개발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규모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신축 연면적 약 465평 (서울시 용적률 인센티브 적용 시 상향)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공사비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750만 원 수준 (철거비 및 인허가 비용 포함)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 단가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1.3억 원 (인근 강남대로 이면 실거래 1.7~2.3억 대비 가격 경쟁력 우수)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" y="462686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73659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49560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리스크 및 점검 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57839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프로세스 핵심 점검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06006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정밀안전 A등급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기간: 철거 및 건축 허가 소요 기간 약 4~6개월 예상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8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이행 담보: 매매계약서 내 명도 지연 시 위약금 및 잔금 순연 특약 명시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Bef>
                <a:spcPts val="800"/>
              </a:spcBef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공사비 변동: 시공사 책임준공 및 공사비 확정 도급 계약 체결 권장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 희소 명도완료 신축 부지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 해소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임차인 매도인 책임 명도 확약으로 즉시 착공 가능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경쟁력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 이면부 시세 대비 저평가된 평당 1.3억 원 매입 기회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23" name="Text 21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희소성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신사역 도보 4분 + 쌈지공원 영구 조망 코너 부지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매각 및 개발 일정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 의향서(LOI) 접수 및 토지/건물 기본 실사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수지 타당성 검토 및 건축가 협의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(명도 조건 특약 반영)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2026-08-23T01:45:12Z</dcterms:created>
  <dcterms:modified xsi:type="dcterms:W3CDTF">2026-08-23T01:45:12Z</dcterms:modified>
</cp:coreProperties>
</file>