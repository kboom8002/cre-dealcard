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초역세권 신축 오피스빌딩(더레드빌딩) 투자설명서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 (신축오피스)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 (신축오피스)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4436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294436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제이에스부동산중개법인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정현우 수석팀장  |  제이에스부동산중개법인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 무결점 자산 · IT·회계 등 11개 우량 법인 분산 만실 · 지하 리스업 시 2.71%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250.0억 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125억 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3.85%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156.91평 (518.7㎡)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전체 753.49평 (2,490.88㎡) / 지상 625.75평 (2,068.60㎡)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10층 (철근콘크리트, 승강기 1대, 옥외1+기계식22대 주차)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교통 접근성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급행 역세권 및 대로변 랜드마크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초역세권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4번 출구 도보 1분(80m) 대로변 직결, 여의도 5분·강남 20분 진입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올림픽대로, 서부간선도로, 양화대교 초인접으로 서울 전역 이동 최적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 벤처밸리 및 여의도 금융업 배후 IT·스타트업·전문직 법인 수요 지속 유입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양평동4가 117, 134, 125-2 (3필지 통합)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156.91평 (518.7㎡)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753.49평 (2,490.88㎡) / 지상 625.75평 (2,068.60㎡)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10층 (철근콘크리트, 승강기 1대, 옥외1+기계식22대 주차)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9월 (신축급 특A 컨디션, 유지보수 비용 Zero)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 기준 398.8% / 전체 480.2% (준공업지역 법정 상한 400% 근접)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250억 원 (건물분 부가세 별도)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메디컬/근생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완비 및 자주식 주차 공간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공법상 잔여 용적률 활용 가치 상승 잠재력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5억 3,500만 원  월 임대료 총액: 5,017만 원 (관리비 648만 별도)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공실 현황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17.0% (지상 1~10층 전 층 만실, 지하 1층 127.7평만 리스업 대기)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임차인 구성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디자인스튜디오, IT스타트업, 회계법인, 무역상사, 이커머스, 컨설팅 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상임법 분석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호실 전원 환산보증금 9억 이하(상임법 전면 적용), 갱신요구권 2~7년 잔여로 장기 임대차 안정성 완벽 확보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리스업 가치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초안정 2.41% 기본 수익률 + 지하 공실 리스업 시 2.71%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 (Cap Rate)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2.41% (연간 확정 임대수입 6억 204만 원)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1층(127.7평) 리스업 시뮬레이션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잠재 연 순수익률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2.71% (연간 총 임대수입 6억 7,860만 원 달성)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341071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465576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520440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3739896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분석 및 시설 무결성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57839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건물의 무결점 권리 및 물리적 안전성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06006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정밀안전 A등급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여유 1.2%p: 용적률이 398.8%로 채워져 있어 증축 등의 공사 리스크 없이 순수 임대 운영에만 집중 가능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8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시설 컨디션: 2018년 준공으로 방수, 승강기, 주차타워(22대) 설비 전반 노후 하자 Zero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8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 및 권리 관계: 단일 소유자 단독 소유, 권리제한사항 없는 깨끗한 권리관계 확인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리스크 없는 완성형 초안정 코어 자산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불패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도보 1분 대로변 코너의 영구적 오피스 임대 수요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무결성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 건물로 추가 캡엑스(CapEx) 투입 불필요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분산된 임차 구조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우량 테넌트로 개별 임차인 퇴거 리스크 완벽 헤징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리스업 업사이드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임대화만으로 즉각적인 2.71% 수익률 상승 달성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매각 진행 일정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의향서 접수 및 임대차 승계 세부 조항 실사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보증금 정산 승계 협의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및 관리 운영사 인수인계 (지하 1층 임대 마케팅 착수)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2026-08-23T01:52:06Z</dcterms:created>
  <dcterms:modified xsi:type="dcterms:W3CDTF">2026-08-23T01:52:06Z</dcterms:modified>
</cp:coreProperties>
</file>