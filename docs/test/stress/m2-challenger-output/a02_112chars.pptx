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하이라이트 및 제원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 도산대로 중심업무권역에 위치한 초역세권 프라임 근생 빌딩으로 사옥 및 안정적인 임대수익형 자산으로 최적합하며 향후 밸류애드 리모델링을 통한 추가 자산가치 극대화가 기대되는 핵심 전략 매물 안내서입니다.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700022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83718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19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18465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83718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96519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(취득비용 포함)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72330" y="218465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125억 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83718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96519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 (NOI 기준)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13141" y="2184654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13141" y="2623566"/>
            <a:ext cx="32470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운영비·공실충당 차감 후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66928" y="2961894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89910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309366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850평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307738" y="2961894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72330" y="3089910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72330" y="3309366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180평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048549" y="2961894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3141" y="3089910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13141" y="3309366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만실(100%)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" y="417804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507230"/>
            <a:ext cx="11057839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64439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464439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4543806"/>
            <a:ext cx="102805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— 연 순수익률(Cap Rate) 4.2%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257038"/>
            <a:ext cx="11057839" cy="640080"/>
          </a:xfrm>
          <a:prstGeom prst="roundRect">
            <a:avLst>
              <a:gd name="adj" fmla="val 714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539419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BF6EC"/>
          </a:solidFill>
          <a:ln w="6350">
            <a:solidFill>
              <a:srgbClr val="F2E7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539419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07008" y="5293614"/>
            <a:ext cx="102805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 — 대지 180평·연면적 850평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A02-TEST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2026-10-05T15:07:03Z</dcterms:created>
  <dcterms:modified xsi:type="dcterms:W3CDTF">2026-10-05T15:07:03Z</dcterms:modified>
</cp:coreProperties>
</file>