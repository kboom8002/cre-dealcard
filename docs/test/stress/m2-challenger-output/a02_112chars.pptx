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하이라이트 및 제원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강남 도산대로 중심업무권역에 위치한 초역세권 프라임 근생 빌딩으로 사옥 및 안정적인 임대수익형 자산으로 최적합하며 향후 밸류애드 리모델링을 통한 추가 자산가치 극대화가 기대되는 핵심 전략 매물 안내서입니다.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700022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83718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96519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184654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250억 원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307738" y="183718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96519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2184654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125억 원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048549" y="183718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13141" y="196519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13141" y="2184654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4.2%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66928" y="2961894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089910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31520" y="3309366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850평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307738" y="2961894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72330" y="3089910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472330" y="3309366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180평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8048549" y="2961894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13141" y="3089910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213141" y="3309366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만실(100%)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66928" y="417804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E6A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507230"/>
            <a:ext cx="11057839" cy="439166"/>
          </a:xfrm>
          <a:prstGeom prst="roundRect">
            <a:avLst>
              <a:gd name="adj" fmla="val 10411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4580382"/>
            <a:ext cx="411480" cy="292862"/>
          </a:xfrm>
          <a:prstGeom prst="roundRect">
            <a:avLst>
              <a:gd name="adj" fmla="val 12489"/>
            </a:avLst>
          </a:prstGeom>
          <a:solidFill>
            <a:srgbClr val="FBF6EC"/>
          </a:solidFill>
          <a:ln w="6350">
            <a:solidFill>
              <a:srgbClr val="F2E7C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" y="4580382"/>
            <a:ext cx="411480" cy="292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207008" y="4543806"/>
            <a:ext cx="10280599" cy="3660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대중교통 역세권 입지, 도심 비즈니스 권역 업무·상업 중심지 배후 수요 확보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66928" y="5028692"/>
            <a:ext cx="11057839" cy="439166"/>
          </a:xfrm>
          <a:prstGeom prst="roundRect">
            <a:avLst>
              <a:gd name="adj" fmla="val 10411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6656" y="5101844"/>
            <a:ext cx="411480" cy="292862"/>
          </a:xfrm>
          <a:prstGeom prst="roundRect">
            <a:avLst>
              <a:gd name="adj" fmla="val 12489"/>
            </a:avLst>
          </a:prstGeom>
          <a:solidFill>
            <a:srgbClr val="FBF6EC"/>
          </a:solidFill>
          <a:ln w="6350">
            <a:solidFill>
              <a:srgbClr val="F2E7C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656" y="5101844"/>
            <a:ext cx="411480" cy="292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207008" y="5065268"/>
            <a:ext cx="10280599" cy="3660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연 순수익률(Cap Rate) 4.2% 기반 안정적 임대수익 자산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5550154"/>
            <a:ext cx="11057839" cy="439166"/>
          </a:xfrm>
          <a:prstGeom prst="roundRect">
            <a:avLst>
              <a:gd name="adj" fmla="val 10411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6656" y="5623306"/>
            <a:ext cx="411480" cy="292862"/>
          </a:xfrm>
          <a:prstGeom prst="roundRect">
            <a:avLst>
              <a:gd name="adj" fmla="val 12489"/>
            </a:avLst>
          </a:prstGeom>
          <a:solidFill>
            <a:srgbClr val="FBF6EC"/>
          </a:solidFill>
          <a:ln w="6350">
            <a:solidFill>
              <a:srgbClr val="F2E7C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" y="5623306"/>
            <a:ext cx="411480" cy="2928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207008" y="5586730"/>
            <a:ext cx="10280599" cy="3660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180평·연면적 850평 규모 단독 빌딩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크리딜   |   A02-TEST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2026-10-02T04:24:28Z</dcterms:created>
  <dcterms:modified xsi:type="dcterms:W3CDTF">2026-10-02T04:24:28Z</dcterms:modified>
</cp:coreProperties>
</file>