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하이라이트 및 제원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매각 매물 개요 안내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실투자금 (취득비용 포함)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7233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125억 원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 (NOI 기준)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13141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13141" y="2404491"/>
            <a:ext cx="32470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운영비·공실충당 차감 후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6692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850평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30773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7233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7233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180평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048549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3141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13141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만실(100%)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4288155"/>
            <a:ext cx="11057839" cy="64008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442531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6350">
            <a:solidFill>
              <a:srgbClr val="F2E7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442531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07008" y="4324731"/>
            <a:ext cx="102805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— 연 순수익률(Cap Rate) 4.2%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037963"/>
            <a:ext cx="11057839" cy="64008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" y="5175123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6350">
            <a:solidFill>
              <a:srgbClr val="F2E7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" y="5175123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07008" y="5074539"/>
            <a:ext cx="102805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 — 대지 180평·연면적 850평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A02-TEST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2026-10-05T15:07:02Z</dcterms:created>
  <dcterms:modified xsi:type="dcterms:W3CDTF">2026-10-05T15:07:02Z</dcterms:modified>
</cp:coreProperties>
</file>