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하이라이트 및 제원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매각 매물 개요 안내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125억 원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13141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850평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30773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7233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7233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180평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048549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13141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13141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만실(100%)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BF6EC"/>
          </a:solidFill>
          <a:ln w="6350">
            <a:solidFill>
              <a:srgbClr val="F2E7C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도심 비즈니스 권역 업무·상업 중심지 배후 수요 확보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BF6EC"/>
          </a:solidFill>
          <a:ln w="6350">
            <a:solidFill>
              <a:srgbClr val="F2E7C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4.2% 기반 안정적 임대수익 자산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BF6EC"/>
          </a:solidFill>
          <a:ln w="6350">
            <a:solidFill>
              <a:srgbClr val="F2E7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180평·연면적 850평 규모 단독 빌딩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A02-TEST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2026-10-02T04:24:27Z</dcterms:created>
  <dcterms:modified xsi:type="dcterms:W3CDTF">2026-10-02T04:24:27Z</dcterms:modified>
</cp:coreProperties>
</file>