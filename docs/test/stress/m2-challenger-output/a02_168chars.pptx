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하이라이트 및 제원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강남 도산대로 중심업무권역에 위치한 초역세권 프라임 근생 빌딩으로 사옥 및 안정적인 임대수익형 자산으로 최적합하며 향후 밸류애드 리모델링을 통한 추가 자산가치 극대화가 기대되는 핵심 전략 매물입니다. 주변 대규모 업무지구 개발 호재와 지속적인 임대수요 증가로 공실 리스크가 극히 낮으며 시세차익이 확실합니…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612392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74955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7756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097024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250억 원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307738" y="174955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87756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 (취득비용 포함)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72330" y="2097024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125억 원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048549" y="174955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3141" y="187756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 (NOI 기준)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13141" y="2097024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4.20%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213141" y="2535936"/>
            <a:ext cx="3247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운영비·공실충당 차감 후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566928" y="2874264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3002280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31520" y="3221736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850평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4307738" y="2874264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72330" y="3002280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472330" y="3221736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180평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8048549" y="2874264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13141" y="3002280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213141" y="3221736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만실(100%)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66928" y="409041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E6A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4419600"/>
            <a:ext cx="11057839" cy="640080"/>
          </a:xfrm>
          <a:prstGeom prst="roundRect">
            <a:avLst>
              <a:gd name="adj" fmla="val 714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4556760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BF6EC"/>
          </a:solidFill>
          <a:ln w="6350">
            <a:solidFill>
              <a:srgbClr val="F2E7C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6656" y="455676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207008" y="4456176"/>
            <a:ext cx="102805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— 연 순수익률(Cap Rate) 4.2%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6928" y="5169408"/>
            <a:ext cx="11057839" cy="640080"/>
          </a:xfrm>
          <a:prstGeom prst="roundRect">
            <a:avLst>
              <a:gd name="adj" fmla="val 714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6656" y="530656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BF6EC"/>
          </a:solidFill>
          <a:ln w="6350">
            <a:solidFill>
              <a:srgbClr val="F2E7C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6656" y="530656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207008" y="5205984"/>
            <a:ext cx="102805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 — 대지 180평·연면적 850평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크리딜   |   A02-TEST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2026-10-05T15:07:03Z</dcterms:created>
  <dcterms:modified xsi:type="dcterms:W3CDTF">2026-10-05T15:07:03Z</dcterms:modified>
</cp:coreProperties>
</file>