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하이라이트 및 제원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강남 도산대로 중심업무권역에 위치한 초역세권 프라임 근생 빌딩으로 사옥 및 안정적인 임대수익형 자산으로 최적합하며 향후 밸류애드 리모델링을 통한 추가 자산가치 극대화가 기대되는 핵심 전략 매물입니다. 주변 대규모 업무지구 개발 호재와 지속적인 임대수요 증가로 공실 리스크가 극히 낮으며 시세차익이 확실합니…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612392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74955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7756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097024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74955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187756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실투자금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2097024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125억 원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74955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187756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13141" y="2097024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" y="2874264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002280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221736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850평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307738" y="2874264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2330" y="3002280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72330" y="3221736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180평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048549" y="2874264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3141" y="3002280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13141" y="3221736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만실(100%)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6928" y="40904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419600"/>
            <a:ext cx="11057839" cy="468376"/>
          </a:xfrm>
          <a:prstGeom prst="roundRect">
            <a:avLst>
              <a:gd name="adj" fmla="val 9761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492752"/>
            <a:ext cx="411480" cy="322072"/>
          </a:xfrm>
          <a:prstGeom prst="roundRect">
            <a:avLst>
              <a:gd name="adj" fmla="val 11356"/>
            </a:avLst>
          </a:prstGeom>
          <a:solidFill>
            <a:srgbClr val="FBF6EC"/>
          </a:solidFill>
          <a:ln w="6350">
            <a:solidFill>
              <a:srgbClr val="F2E7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492752"/>
            <a:ext cx="41148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6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4456176"/>
            <a:ext cx="10280599" cy="39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대중교통 역세권 입지, 도심 비즈니스 권역 업무·상업 중심지 배후 수요 확보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4970272"/>
            <a:ext cx="11057839" cy="468376"/>
          </a:xfrm>
          <a:prstGeom prst="roundRect">
            <a:avLst>
              <a:gd name="adj" fmla="val 9761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" y="5043424"/>
            <a:ext cx="411480" cy="322072"/>
          </a:xfrm>
          <a:prstGeom prst="roundRect">
            <a:avLst>
              <a:gd name="adj" fmla="val 11356"/>
            </a:avLst>
          </a:prstGeom>
          <a:solidFill>
            <a:srgbClr val="FBF6EC"/>
          </a:solidFill>
          <a:ln w="6350">
            <a:solidFill>
              <a:srgbClr val="F2E7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5043424"/>
            <a:ext cx="41148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6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07008" y="5006848"/>
            <a:ext cx="10280599" cy="39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4.2% 기반 안정적 임대수익 자산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520944"/>
            <a:ext cx="11057839" cy="468376"/>
          </a:xfrm>
          <a:prstGeom prst="roundRect">
            <a:avLst>
              <a:gd name="adj" fmla="val 9761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" y="5594096"/>
            <a:ext cx="411480" cy="322072"/>
          </a:xfrm>
          <a:prstGeom prst="roundRect">
            <a:avLst>
              <a:gd name="adj" fmla="val 11356"/>
            </a:avLst>
          </a:prstGeom>
          <a:solidFill>
            <a:srgbClr val="FBF6EC"/>
          </a:solidFill>
          <a:ln w="6350">
            <a:solidFill>
              <a:srgbClr val="F2E7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5594096"/>
            <a:ext cx="411480" cy="32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6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07008" y="5557520"/>
            <a:ext cx="10280599" cy="39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180평·연면적 850평 규모 단독 빌딩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A02-TEST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2026-10-02T04:24:28Z</dcterms:created>
  <dcterms:modified xsi:type="dcterms:W3CDTF">2026-10-02T04:24:28Z</dcterms:modified>
</cp:coreProperties>
</file>