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하이라이트 및 제원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도산대로 중심업무권역에 위치한 초역세권 프라임 근생 빌딩으로 사옥 및 임대수익형 자산으로 최적합 매물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125억 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850평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180평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만실(100%)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도심 비즈니스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4.2% 기반 안정적 임대수익 자산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850평 규모 단독 빌딩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A02-TEST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2026-10-02T04:24:27Z</dcterms:created>
  <dcterms:modified xsi:type="dcterms:W3CDTF">2026-10-02T04:24:27Z</dcterms:modified>
</cp:coreProperties>
</file>