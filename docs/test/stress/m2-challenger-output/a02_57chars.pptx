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투자 하이라이트 및 제원 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강남 도산대로 중심업무권역에 위치한 초역세권 프라임 근생 빌딩으로 사옥 및 임대수익형 자산으로 최적합 매물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480947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618107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5F7F9"/>
          </a:solidFill>
          <a:ln w="6350">
            <a:solidFill>
              <a:srgbClr val="DDE3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1746123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A879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1965579"/>
            <a:ext cx="3247034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250억 원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4307738" y="1618107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5F7F9"/>
          </a:solidFill>
          <a:ln w="6350">
            <a:solidFill>
              <a:srgbClr val="DDE3E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72330" y="1746123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7A879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실투자금 (취득비용 포함)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4472330" y="1965579"/>
            <a:ext cx="3247034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125억 원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8048549" y="1618107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5F7F9"/>
          </a:solidFill>
          <a:ln w="6350">
            <a:solidFill>
              <a:srgbClr val="DDE3E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13141" y="1746123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7A879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Cap Rate (NOI 기준)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8213141" y="1965579"/>
            <a:ext cx="3247034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4.20%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8213141" y="2404491"/>
            <a:ext cx="324703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880" dirty="0">
                <a:solidFill>
                  <a:srgbClr val="7A879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운영비·공실충당 차감 후</a:t>
            </a:r>
            <a:endParaRPr lang="en-US" sz="880" dirty="0"/>
          </a:p>
        </p:txBody>
      </p:sp>
      <p:sp>
        <p:nvSpPr>
          <p:cNvPr id="18" name="Shape 16"/>
          <p:cNvSpPr/>
          <p:nvPr/>
        </p:nvSpPr>
        <p:spPr>
          <a:xfrm>
            <a:off x="566928" y="2742819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5F7F9"/>
          </a:solidFill>
          <a:ln w="6350">
            <a:solidFill>
              <a:srgbClr val="DDE3E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520" y="2870835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A879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연면적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731520" y="3090291"/>
            <a:ext cx="3247034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850평</a:t>
            </a:r>
            <a:endParaRPr lang="en-US" sz="2200" dirty="0"/>
          </a:p>
        </p:txBody>
      </p:sp>
      <p:sp>
        <p:nvSpPr>
          <p:cNvPr id="21" name="Shape 19"/>
          <p:cNvSpPr/>
          <p:nvPr/>
        </p:nvSpPr>
        <p:spPr>
          <a:xfrm>
            <a:off x="4307738" y="2742819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5F7F9"/>
          </a:solidFill>
          <a:ln w="6350">
            <a:solidFill>
              <a:srgbClr val="DDE3E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472330" y="2870835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A879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472330" y="3090291"/>
            <a:ext cx="3247034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180평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8048549" y="2742819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5F7F9"/>
          </a:solidFill>
          <a:ln w="6350">
            <a:solidFill>
              <a:srgbClr val="DDE3E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213141" y="2870835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A879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공실 현황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8213141" y="3090291"/>
            <a:ext cx="3247034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만실(100%)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566928" y="3958971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E6A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566928" y="4288155"/>
            <a:ext cx="11057839" cy="640080"/>
          </a:xfrm>
          <a:prstGeom prst="roundRect">
            <a:avLst>
              <a:gd name="adj" fmla="val 714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76656" y="4425315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BF6EC"/>
          </a:solidFill>
          <a:ln w="6350">
            <a:solidFill>
              <a:srgbClr val="F2E7C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76656" y="4425315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E6A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1207008" y="4324731"/>
            <a:ext cx="1028059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 — 연 순수익률(Cap Rate) 4.2%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566928" y="5037963"/>
            <a:ext cx="11057839" cy="640080"/>
          </a:xfrm>
          <a:prstGeom prst="roundRect">
            <a:avLst>
              <a:gd name="adj" fmla="val 714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76656" y="5175123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BF6EC"/>
          </a:solidFill>
          <a:ln w="6350">
            <a:solidFill>
              <a:srgbClr val="F2E7C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76656" y="5175123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E6A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1207008" y="5074539"/>
            <a:ext cx="1028059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자산 규모 — 대지 180평·연면적 850평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879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크리딜   |   A02-TEST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2026-10-05T15:07:03Z</dcterms:created>
  <dcterms:modified xsi:type="dcterms:W3CDTF">2026-10-05T15:07:03Z</dcterms:modified>
</cp:coreProperties>
</file>