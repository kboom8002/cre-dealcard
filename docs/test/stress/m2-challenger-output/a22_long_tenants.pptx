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 입면 셋백 및 층별 임대차 매트릭스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4983480" cy="4800600"/>
          </a:xfrm>
          <a:prstGeom prst="roundRect">
            <a:avLst>
              <a:gd name="adj" fmla="val 1143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99616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건축 입면 셋백 및 층별 단면 실루엣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3677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0545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리테일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7413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주차/기계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92708" y="199339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586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1388" y="19933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주식회사대한민국글로벌상업용부동산투자개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92708" y="2235708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5860" y="22357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1388" y="22357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메디컬케어네트워크의원및종합검진클리닉센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92708" y="2478024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5860" y="2478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61388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주식회사한국엔터프라이즈소프트웨어인텔리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092708" y="2720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5860" y="2720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61388" y="2720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법무법인대한국민종합법률사무소금융부동산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092708" y="2962656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5860" y="29626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61388" y="29626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삼정세무회계사무소공인회계사및세무전문컨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092708" y="320497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5860" y="32049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61388" y="32049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글로벌로지스틱스서플라이체인매니지먼트한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1092708" y="3447288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65860" y="34472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61388" y="34472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스타벅스코리아리저브당산역프리미엄드라이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41248" y="3781044"/>
            <a:ext cx="4434840" cy="0"/>
          </a:xfrm>
          <a:prstGeom prst="line">
            <a:avLst/>
          </a:prstGeom>
          <a:noFill/>
          <a:ln w="15240">
            <a:solidFill>
              <a:srgbClr val="2E3A4A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86968" y="37170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3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지표면 (GL ±0.0m)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2648" y="38633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-3.5m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92708" y="3863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65860" y="3863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61388" y="3863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(임차의향 접수 중)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806440" y="1353312"/>
            <a:ext cx="5818327" cy="4800600"/>
          </a:xfrm>
          <a:prstGeom prst="roundRect">
            <a:avLst>
              <a:gd name="adj" fmla="val 1143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07608" y="1499616"/>
            <a:ext cx="5415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층별 면적 및 임대차 제원 매트릭스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00760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8076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08076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738903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6219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전용률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6219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46219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계약면적 대비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877046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4362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84362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884362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임대기간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10151897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25049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225049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10225049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72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633472"/>
          <a:ext cx="541324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713232"/>
                <a:gridCol w="713232"/>
                <a:gridCol w="1792224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주용도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입주사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주식회사대한민국글로벌상업용부동산투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메디컬케어네트워크의원및종합검진클리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주식회사한국엔터프라이즈소프트웨어인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법무법인대한국민종합법률사무소금융부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삼정세무회계사무소공인회계사및세무전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글로벌로지스틱스서플라이체인매니지먼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스타벅스코리아리저브당산역프리미엄드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(임차의향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접수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1개층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undefined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1개층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사옥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단독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64" name="Text 61"/>
          <p:cNvSpPr/>
          <p:nvPr/>
        </p:nvSpPr>
        <p:spPr>
          <a:xfrm>
            <a:off x="6007608" y="586130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제원은 건축물대장 및 임대차계약서 실측 기준입니다.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2026-10-05T15:07:07Z</dcterms:created>
  <dcterms:modified xsi:type="dcterms:W3CDTF">2026-10-05T15:07:07Z</dcterms:modified>
</cp:coreProperties>
</file>