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 입면 셋백 및 층별 임대차 매트릭스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92708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5860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61388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주식회사대한민국글로벌상업용부동산투자개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92708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65860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1388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메디컬케어네트워크의원및종합검진클리닉센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92708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65860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61388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주식회사한국엔터프라이즈소프트웨어인텔리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92708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65860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61388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법무법인대한국민종합법률사무소금융부동산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92708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5860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61388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삼정세무회계사무소공인회계사및세무전문컨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92708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65860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61388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글로벌로지스틱스서플라이체인매니지먼트한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92708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65860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61388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스타벅스코리아리저브당산역프리미엄드라이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841248" y="3781044"/>
            <a:ext cx="4434840" cy="0"/>
          </a:xfrm>
          <a:prstGeom prst="line">
            <a:avLst/>
          </a:prstGeom>
          <a:noFill/>
          <a:ln w="15240">
            <a:solidFill>
              <a:srgbClr val="2E3A4A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86968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12648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E3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92708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65860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61388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(임차의향 접수 중)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72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주용도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전용(평)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입주사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주식회사대한민국글로벌상업용부동산투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메디컬케어네트워크의원및종합검진클리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주식회사한국엔터프라이즈소프트웨어인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법무법인대한국민종합법률사무소금융부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삼정세무회계사무소공인회계사및세무전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글로벌로지스틱스서플라이체인매니지먼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스타벅스코리아리저브당산역프리미엄드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(임차의향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접수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undefined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사옥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2026-10-02T04:24:58Z</dcterms:created>
  <dcterms:modified xsi:type="dcterms:W3CDTF">2026-10-02T04:24:58Z</dcterms:modified>
</cp:coreProperties>
</file>