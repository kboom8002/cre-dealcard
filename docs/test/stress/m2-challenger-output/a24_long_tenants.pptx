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 공간 배치 및 렌트롤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596188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50208" y="1645920"/>
          <a:ext cx="7674559" cy="914400"/>
        </p:xfrm>
        <a:graphic>
          <a:graphicData uri="http://schemas.openxmlformats.org/drawingml/2006/table">
            <a:tbl>
              <a:tblPr/>
              <a:tblGrid>
                <a:gridCol w="438912"/>
                <a:gridCol w="960120"/>
                <a:gridCol w="804672"/>
                <a:gridCol w="713232"/>
                <a:gridCol w="713232"/>
                <a:gridCol w="713232"/>
                <a:gridCol w="713232"/>
                <a:gridCol w="713232"/>
                <a:gridCol w="713232"/>
                <a:gridCol w="1188720"/>
              </a:tblGrid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전용면적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주식회사대한민국글로벌상업용부동산투…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메디컬케어네트워크의원및종합검진클리…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주식회사한국엔터프라이즈소프트웨어인…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2029-01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법무법인대한국민종합법률사무소금융부…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삼정세무회계사무소공인회계사및세무전…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주식회사넥스트제너레이션바이오테크놀…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에이아이인공지능딥러닝로보틱스응용연…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글로벌로지스틱스서플라이체인매니지먼…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주식회사케이비부동산신탁부동산금융수…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스타벅스코리아리저브당산역프리미엄드…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2031-12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 (임차의향 접수 중)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근린생활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762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110000.0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6667%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2,027,777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A24-CLAMP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2026-10-02T04:25:02Z</dcterms:created>
  <dcterms:modified xsi:type="dcterms:W3CDTF">2026-10-02T04:25:02Z</dcterms:modified>
</cp:coreProperties>
</file>