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 Split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빌딩 렌트롤 분할 렌더링 검증 (18개 행)</a:t>
            </a:r>
            <a:endParaRPr lang="en-US" sz="2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070113"/>
                <a:gridCol w="1070113"/>
                <a:gridCol w="1783522"/>
                <a:gridCol w="1783522"/>
                <a:gridCol w="1783522"/>
                <a:gridCol w="1783522"/>
                <a:gridCol w="178352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월임대료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만기일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주식회사테넌트_1_금융부동산컨설팅파트너스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52.5㎡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115만원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주식회사테넌트_2_금융부동산컨설팅파트너스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55.0㎡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2028-03-15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주식회사테넌트_3_금융부동산컨설팅파트너스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57.5㎡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145만원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2028-04-15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주식회사테넌트_4_금융부동산컨설팅파트너스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60.0㎡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2028-05-15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주식회사테넌트_5_금융부동산컨설팅파트너스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62.5㎡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175만원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2028-06-15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주식회사테넌트_6_금융부동산컨설팅파트너스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65.0㎡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2028-07-15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주식회사테넌트_7_금융부동산컨설팅파트너스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67.5㎡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205만원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2028-08-15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주식회사테넌트_8_금융부동산컨설팅파트너스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70.0㎡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2,600만원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2028-09-15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주식회사테넌트_9_금융부동산컨설팅파트너스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72.5㎡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235만원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2028-01-15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주식회사테넌트_10_금융부동산컨설팅파트너스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75.0㎡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주식회사테넌트_11_금융부동산컨설팅파트너스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77.5㎡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3,200만원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265만원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2028-03-15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1201호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주식회사테넌트_12_금융부동산컨설팅파트너스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80.0㎡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3,400만원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280만원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2028-04-15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A03-SPLIT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2026-10-02T04:24:47Z</dcterms:created>
  <dcterms:modified xsi:type="dcterms:W3CDTF">2026-10-02T04:24:47Z</dcterms:modified>
</cp:coreProperties>
</file>