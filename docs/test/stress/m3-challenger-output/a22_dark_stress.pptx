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다크 테마 건축 셋백 및 층별 임대차 현황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1B2531"/>
          </a:solidFill>
          <a:ln w="6350">
            <a:solidFill>
              <a:srgbClr val="2A36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9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B98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2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3677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965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2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0545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65F46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8833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2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7413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D3748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701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2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4281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991B1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2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92708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33415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5860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11F~18F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61388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기준층 업무 (8개층)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4384548" y="2011680"/>
            <a:ext cx="566928" cy="192024"/>
          </a:xfrm>
          <a:prstGeom prst="rect">
            <a:avLst/>
          </a:prstGeom>
          <a:solidFill>
            <a:srgbClr val="2A36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'27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1092708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33415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5860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3F~10F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961388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기준층 업무 (8개층)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4384548" y="2253996"/>
            <a:ext cx="566928" cy="192024"/>
          </a:xfrm>
          <a:prstGeom prst="rect">
            <a:avLst/>
          </a:prstGeom>
          <a:solidFill>
            <a:srgbClr val="2A36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'27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1092708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33415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65860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20F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961388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테넌트_20F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4384548" y="2496312"/>
            <a:ext cx="566928" cy="192024"/>
          </a:xfrm>
          <a:prstGeom prst="rect">
            <a:avLst/>
          </a:prstGeom>
          <a:solidFill>
            <a:srgbClr val="2A36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'27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092708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334155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65860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61388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테넌트_19F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4384548" y="2738628"/>
            <a:ext cx="566928" cy="192024"/>
          </a:xfrm>
          <a:prstGeom prst="rect">
            <a:avLst/>
          </a:prstGeom>
          <a:solidFill>
            <a:srgbClr val="2A36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'27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1092708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65F46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65860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1FA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961388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1FA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테넌트_2F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4384548" y="2980944"/>
            <a:ext cx="566928" cy="192024"/>
          </a:xfrm>
          <a:prstGeom prst="rect">
            <a:avLst/>
          </a:prstGeom>
          <a:solidFill>
            <a:srgbClr val="2A36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'27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1092708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1E3A8A"/>
          </a:solidFill>
          <a:ln w="6350">
            <a:solidFill>
              <a:srgbClr val="B98A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65860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D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961388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8DE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스타벅스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4384548" y="3223260"/>
            <a:ext cx="566928" cy="192024"/>
          </a:xfrm>
          <a:prstGeom prst="rect">
            <a:avLst/>
          </a:prstGeom>
          <a:solidFill>
            <a:srgbClr val="2A36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'27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841248" y="3538728"/>
            <a:ext cx="4434840" cy="0"/>
          </a:xfrm>
          <a:prstGeom prst="line">
            <a:avLst/>
          </a:prstGeom>
          <a:noFill/>
          <a:ln w="15240">
            <a:solidFill>
              <a:srgbClr val="8A96A2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886968" y="347472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A96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12648" y="362102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6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092708" y="3621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65F46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65860" y="3621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1FA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B1F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961388" y="3621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1FA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아케이드</a:t>
            </a:r>
            <a:endParaRPr lang="en-US" sz="820" dirty="0"/>
          </a:p>
        </p:txBody>
      </p:sp>
      <p:sp>
        <p:nvSpPr>
          <p:cNvPr id="48" name="Text 46"/>
          <p:cNvSpPr/>
          <p:nvPr/>
        </p:nvSpPr>
        <p:spPr>
          <a:xfrm>
            <a:off x="4384548" y="3639312"/>
            <a:ext cx="566928" cy="192024"/>
          </a:xfrm>
          <a:prstGeom prst="rect">
            <a:avLst/>
          </a:prstGeom>
          <a:solidFill>
            <a:srgbClr val="2A36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'26</a:t>
            </a: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612648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6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-7m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092708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2D3748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65860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B2F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961388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5806440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1B2531"/>
          </a:solidFill>
          <a:ln w="6350">
            <a:solidFill>
              <a:srgbClr val="2A364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07608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9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00760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232F3C"/>
          </a:solidFill>
          <a:ln w="6350">
            <a:solidFill>
              <a:srgbClr val="2A364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8076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6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08076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2,200평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608076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B7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738903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232F3C"/>
          </a:solidFill>
          <a:ln w="6350">
            <a:solidFill>
              <a:srgbClr val="2A364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46219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6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전용률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746219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57.3%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746219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B7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877046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232F3C"/>
          </a:solidFill>
          <a:ln w="6350">
            <a:solidFill>
              <a:srgbClr val="2A364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4362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6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WALE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84362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2.8년</a:t>
            </a:r>
            <a:endParaRPr lang="en-US" sz="1350" dirty="0"/>
          </a:p>
        </p:txBody>
      </p:sp>
      <p:sp>
        <p:nvSpPr>
          <p:cNvPr id="66" name="Text 64"/>
          <p:cNvSpPr/>
          <p:nvPr/>
        </p:nvSpPr>
        <p:spPr>
          <a:xfrm>
            <a:off x="884362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B7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10151897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232F3C"/>
          </a:solidFill>
          <a:ln w="6350">
            <a:solidFill>
              <a:srgbClr val="2A364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225049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6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공실률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10225049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10225049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B7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72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07608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96A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96A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주용도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96A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전용(평)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96A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임대(평)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96A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96A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입주사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96A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테넌트_20F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테넌트_19F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11F~18F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기준층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기준층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(8개층)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3F~10F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기준층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기준층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(8개층)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테넌트_2F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아케이드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8B2B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1개층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1개층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사옥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WALE </a:t>
                      </a:r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8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36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C"/>
                    </a:solidFill>
                  </a:tcPr>
                </a:tc>
              </a:tr>
            </a:tbl>
          </a:graphicData>
        </a:graphic>
      </p:graphicFrame>
      <p:sp>
        <p:nvSpPr>
          <p:cNvPr id="72" name="Text 69"/>
          <p:cNvSpPr/>
          <p:nvPr/>
        </p:nvSpPr>
        <p:spPr>
          <a:xfrm>
            <a:off x="6007608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2026-10-05T15:14:58Z</dcterms:created>
  <dcterms:modified xsi:type="dcterms:W3CDTF">2026-10-05T15:14:58Z</dcterms:modified>
</cp:coreProperties>
</file>