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Plan Stress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25개층 초고층 단면 실루엣 및 콤팩트 임대차 매트릭스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4983480" cy="4800600"/>
          </a:xfrm>
          <a:prstGeom prst="roundRect">
            <a:avLst>
              <a:gd name="adj" fmla="val 1143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99616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건축 입면 셋백 및 층별 단면 실루엣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3677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0545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리테일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7413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주차/기계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4281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4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92708" y="1993392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5860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12F~20F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61388" y="19933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기준층 업무 (9개층)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384548" y="2011680"/>
            <a:ext cx="566928" cy="192024"/>
          </a:xfrm>
          <a:prstGeom prst="rect">
            <a:avLst/>
          </a:prstGeom>
          <a:solidFill>
            <a:srgbClr val="F5F7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'26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1092708" y="2235708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5860" y="22357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3F~11F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61388" y="22357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기준층 업무 (9개층)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384548" y="2253996"/>
            <a:ext cx="566928" cy="192024"/>
          </a:xfrm>
          <a:prstGeom prst="rect">
            <a:avLst/>
          </a:prstGeom>
          <a:solidFill>
            <a:srgbClr val="F5F7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092708" y="2478024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65860" y="2478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22F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61388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주식회사테넌트_22F_한국본사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384548" y="2496312"/>
            <a:ext cx="566928" cy="192024"/>
          </a:xfrm>
          <a:prstGeom prst="rect">
            <a:avLst/>
          </a:prstGeom>
          <a:solidFill>
            <a:srgbClr val="F5F7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'28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092708" y="2720340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5860" y="27203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61388" y="27203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주식회사테넌트_21F_한국본사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384548" y="2738628"/>
            <a:ext cx="566928" cy="192024"/>
          </a:xfrm>
          <a:prstGeom prst="rect">
            <a:avLst/>
          </a:prstGeom>
          <a:solidFill>
            <a:srgbClr val="F5F7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1092708" y="2962656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65860" y="29626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961388" y="29626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주식회사테넌트_2F_한국본사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4384548" y="2980944"/>
            <a:ext cx="566928" cy="192024"/>
          </a:xfrm>
          <a:prstGeom prst="rect">
            <a:avLst/>
          </a:prstGeom>
          <a:solidFill>
            <a:srgbClr val="F5F7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'28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1092708" y="3204972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65860" y="32049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961388" y="32049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스타벅스코리아리저브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384548" y="3223260"/>
            <a:ext cx="566928" cy="192024"/>
          </a:xfrm>
          <a:prstGeom prst="rect">
            <a:avLst/>
          </a:prstGeom>
          <a:solidFill>
            <a:srgbClr val="F5F7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41248" y="3538728"/>
            <a:ext cx="4434840" cy="0"/>
          </a:xfrm>
          <a:prstGeom prst="line">
            <a:avLst/>
          </a:prstGeom>
          <a:noFill/>
          <a:ln w="15240">
            <a:solidFill>
              <a:srgbClr val="2E3A4A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886968" y="3474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3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지표면 (GL ±0.0m)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12648" y="36210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-3.5m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92708" y="3621024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65860" y="3621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B1F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961388" y="3621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CJ푸드빌프레시푸드코트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4384548" y="3639312"/>
            <a:ext cx="566928" cy="192024"/>
          </a:xfrm>
          <a:prstGeom prst="rect">
            <a:avLst/>
          </a:prstGeom>
          <a:solidFill>
            <a:srgbClr val="F5F7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'27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612648" y="38633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-7m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092708" y="3863340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65860" y="38633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B2F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961388" y="38633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자주식/기계식주차시설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612648" y="410565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-10.5m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92708" y="4105656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65860" y="41056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B3F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961388" y="410565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방재센터및기계실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5806440" y="1353312"/>
            <a:ext cx="5818327" cy="4800600"/>
          </a:xfrm>
          <a:prstGeom prst="roundRect">
            <a:avLst>
              <a:gd name="adj" fmla="val 1143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07608" y="1499616"/>
            <a:ext cx="54159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6A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층별 면적 및 임대차 제원 매트릭스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600760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08076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3,125평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608076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738903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6219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전용률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46219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55.4%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746219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계약면적 대비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877046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84362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WALE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84362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3.2년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884362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잔여 임대기간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10151897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5F7F9"/>
          </a:solidFill>
          <a:ln w="6350">
            <a:solidFill>
              <a:srgbClr val="DDE3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25049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공실률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0225049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0225049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72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608" y="2633472"/>
          <a:ext cx="541324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051560"/>
                <a:gridCol w="713232"/>
                <a:gridCol w="713232"/>
                <a:gridCol w="1792224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주용도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전용(평)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임대(평)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입주사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업무시설(고층부)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주식회사테넌트_22F_한국본사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업무시설(고층부)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주식회사테넌트_21F_한국본사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12F~20F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기준층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1125.0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기준층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(9개층)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3F~11F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기준층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1125.0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기준층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</a:t>
                      </a:r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(9개층)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주식회사테넌트_2F_한국본사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근린생활시설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스타벅스코리아리저브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구내식당/리테일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CJ푸드빌프레시푸드코트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기계식주차장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자주식/기계식주차시설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전기실/발전실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방재센터및기계실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34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5개층 </a:t>
                      </a:r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1730.0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3,125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스타벅스코리아리저브 </a:t>
                      </a:r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1개층 </a:t>
                      </a:r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사옥 </a:t>
                      </a:r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단독…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WALE </a:t>
                      </a:r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8E6A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3.2…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76" name="Text 73"/>
          <p:cNvSpPr/>
          <p:nvPr/>
        </p:nvSpPr>
        <p:spPr>
          <a:xfrm>
            <a:off x="6007608" y="586130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5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본 제원은 건축물대장 및 임대차계약서 실측 기준입니다. (25개층 전층 표기 기준)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2026-10-02T04:25:02Z</dcterms:created>
  <dcterms:modified xsi:type="dcterms:W3CDTF">2026-10-02T04:25:02Z</dcterms:modified>
</cp:coreProperties>
</file>