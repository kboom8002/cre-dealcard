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 Stress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25개층 초고층 단면 실루엣 및 콤팩트 임대차 매트릭스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2708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5860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12F~20F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61388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기준층 업무 (9개층)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4384548" y="2011680"/>
            <a:ext cx="566928" cy="192024"/>
          </a:xfrm>
          <a:prstGeom prst="rect">
            <a:avLst/>
          </a:prstGeom>
          <a:solidFill>
            <a:srgbClr val="F5F7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'26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1092708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5860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3F~11F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961388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기준층 업무 (9개층)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4384548" y="2253996"/>
            <a:ext cx="566928" cy="192024"/>
          </a:xfrm>
          <a:prstGeom prst="rect">
            <a:avLst/>
          </a:prstGeom>
          <a:solidFill>
            <a:srgbClr val="F5F7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1092708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65860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61388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주식회사테넌트_22F_한국본사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4384548" y="2496312"/>
            <a:ext cx="566928" cy="192024"/>
          </a:xfrm>
          <a:prstGeom prst="rect">
            <a:avLst/>
          </a:prstGeom>
          <a:solidFill>
            <a:srgbClr val="F5F7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'28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092708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5860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1388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주식회사테넌트_21F_한국본사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4384548" y="2738628"/>
            <a:ext cx="566928" cy="192024"/>
          </a:xfrm>
          <a:prstGeom prst="rect">
            <a:avLst/>
          </a:prstGeom>
          <a:solidFill>
            <a:srgbClr val="F5F7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1092708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65860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961388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주식회사테넌트_2F_한국본사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4384548" y="2980944"/>
            <a:ext cx="566928" cy="192024"/>
          </a:xfrm>
          <a:prstGeom prst="rect">
            <a:avLst/>
          </a:prstGeom>
          <a:solidFill>
            <a:srgbClr val="F5F7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'28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1092708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65860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961388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스타벅스코리아리저브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4384548" y="3223260"/>
            <a:ext cx="566928" cy="192024"/>
          </a:xfrm>
          <a:prstGeom prst="rect">
            <a:avLst/>
          </a:prstGeom>
          <a:solidFill>
            <a:srgbClr val="F5F7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841248" y="3538728"/>
            <a:ext cx="4434840" cy="0"/>
          </a:xfrm>
          <a:prstGeom prst="line">
            <a:avLst/>
          </a:prstGeom>
          <a:noFill/>
          <a:ln w="15240">
            <a:solidFill>
              <a:srgbClr val="2E3A4A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886968" y="3474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12648" y="36210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E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092708" y="3621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65860" y="3621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B1F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961388" y="3621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CJ푸드빌프레시푸드코트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4384548" y="3639312"/>
            <a:ext cx="566928" cy="192024"/>
          </a:xfrm>
          <a:prstGeom prst="rect">
            <a:avLst/>
          </a:prstGeom>
          <a:solidFill>
            <a:srgbClr val="F5F7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612648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E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-7m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092708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65860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B2F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961388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자주식/기계식주차시설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612648" y="410565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E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-10.5m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92708" y="4105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165860" y="4105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B3F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961388" y="4105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방재센터및기계실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3,125평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전용률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55.4%</a:t>
            </a:r>
            <a:endParaRPr lang="en-US" sz="1350" dirty="0"/>
          </a:p>
        </p:txBody>
      </p:sp>
      <p:sp>
        <p:nvSpPr>
          <p:cNvPr id="66" name="Text 64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WALE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3.2년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71" name="Shape 69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공실률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72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주용도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입주사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업무시설(고층부)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주식회사테넌트_22F_한국본사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업무시설(고층부)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주식회사테넌트_21F_한국본사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12F~20F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1125.0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(9개층)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3F~11F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1125.0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(9개층)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주식회사테넌트_2F_한국본사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125.0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스타벅스코리아리저브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구내식당/리테일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CJ푸드빌프레시푸드코트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기계식주차장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자주식/기계식주차시설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전기실/발전실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방재센터및기계실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1730.0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3,125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스타벅스코리아리저브 </a:t>
                      </a:r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1개층 </a:t>
                      </a:r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사옥 </a:t>
                      </a:r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WALE </a:t>
                      </a:r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76" name="Text 73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제원은 건축물대장 및 임대차계약서 실측 기준입니다. (25개층 전층 표기 기준)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2026-10-05T15:14:56Z</dcterms:created>
  <dcterms:modified xsi:type="dcterms:W3CDTF">2026-10-05T15:14:56Z</dcterms:modified>
</cp:coreProperties>
</file>