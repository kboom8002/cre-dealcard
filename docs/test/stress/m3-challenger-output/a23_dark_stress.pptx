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&amp; Land 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테마 격리 환경 하 공시지가 바 차트 렌더링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0161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224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공시지가 (평당)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27248" y="4224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29,752만원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" y="4572000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572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 대비 토지 비중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27248" y="4572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105.0%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" y="491947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1956816"/>
            <a:ext cx="2373173" cy="21945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2" name="Text 30"/>
          <p:cNvSpPr/>
          <p:nvPr/>
        </p:nvSpPr>
        <p:spPr>
          <a:xfrm>
            <a:off x="9203741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249424"/>
            <a:ext cx="2689596" cy="21945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5" name="Text 33"/>
          <p:cNvSpPr/>
          <p:nvPr/>
        </p:nvSpPr>
        <p:spPr>
          <a:xfrm>
            <a:off x="9520164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542032"/>
            <a:ext cx="2966466" cy="21945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8" name="Text 36"/>
          <p:cNvSpPr/>
          <p:nvPr/>
        </p:nvSpPr>
        <p:spPr>
          <a:xfrm>
            <a:off x="9797034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2834640"/>
            <a:ext cx="3243336" cy="21945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1" name="Text 39"/>
          <p:cNvSpPr/>
          <p:nvPr/>
        </p:nvSpPr>
        <p:spPr>
          <a:xfrm>
            <a:off x="10073904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44" name="Text 42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90,000,000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36208" y="352044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연평균 상승률(CAGR) </a:t>
            </a:r>
            <a:pPr indent="0" marL="0">
              <a:buNone/>
            </a:pPr>
            <a:r>
              <a:rPr lang="en-US" sz="14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36208" y="3840480"/>
            <a:ext cx="52056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누적 상승률 </a:t>
            </a:r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6928" y="5349240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BEE3F8"/>
          </a:solidFill>
          <a:ln/>
        </p:spPr>
      </p:sp>
      <p:sp>
        <p:nvSpPr>
          <p:cNvPr id="49" name="Shape 47"/>
          <p:cNvSpPr/>
          <p:nvPr/>
        </p:nvSpPr>
        <p:spPr>
          <a:xfrm>
            <a:off x="566928" y="5404104"/>
            <a:ext cx="36576" cy="58521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0" name="Text 48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3232" y="5641848"/>
            <a:ext cx="10801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5년간 공시지가 연평균 10.6% 상승 → 토지가치 보존력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 대비 토지비중 105% → 감가 리스크 낮은 토지 중심 자산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A23-THEME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2026-10-02T04:25:48Z</dcterms:created>
  <dcterms:modified xsi:type="dcterms:W3CDTF">2026-10-02T04:25:48Z</dcterms:modified>
</cp:coreProperties>
</file>