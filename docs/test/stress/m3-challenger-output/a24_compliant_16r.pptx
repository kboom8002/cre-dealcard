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 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현황 및 층별 공간 배치 (16행 규격 내 스트레스)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2011680" cy="259259"/>
          </a:xfrm>
          <a:prstGeom prst="rect">
            <a:avLst/>
          </a:prstGeom>
          <a:solidFill>
            <a:srgbClr val="10161F"/>
          </a:solidFill>
          <a:ln w="6350">
            <a:solidFill>
              <a:srgbClr val="1016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45920"/>
            <a:ext cx="2011680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5534809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15568" y="5566813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566813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스타벅스코리아리저브DT점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66928" y="5275550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15568" y="5307554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5307554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한국글로벌자산운용_2층_사업단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66928" y="5016291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15568" y="5048295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048295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한국글로벌자산운용_3층_사업단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66928" y="4757032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15568" y="4789036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789036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한국글로벌자산운용_4층_사업단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66928" y="4497772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5568" y="4529776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4529776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한국글로벌자산운용_5층_사업단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566928" y="4238513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115568" y="4270517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4270517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한국글로벌자산운용_6층_사업단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66928" y="3979254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15568" y="4011258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4011258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한국글로벌자산운용_7층_사업단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" y="3719994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115568" y="3751998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" y="3751998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한국글로벌자산운용_8층_사업단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3460735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15568" y="3492739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43000" y="3492739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한국글로벌자산운용_9층_사업단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66928" y="3201476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15568" y="3233480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3000" y="3233480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한국글로벌자산운용_10층_사업단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66928" y="2942216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11F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115568" y="2974220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974220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한국글로벌자산운용_11층_사업단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66928" y="2682957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12F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115568" y="2714961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43000" y="2714961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한국글로벌자산운용_12층_사업단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6928" y="2423698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13F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115568" y="2455702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43000" y="2455702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한국글로벌자산운용_13층_사업단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66928" y="2164439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14F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115568" y="2196443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196443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한국글로벌자산운용_14층_사업단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" y="1905179"/>
            <a:ext cx="475488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15568" y="1937183"/>
            <a:ext cx="1444752" cy="195251"/>
          </a:xfrm>
          <a:prstGeom prst="rect">
            <a:avLst/>
          </a:prstGeom>
          <a:solidFill>
            <a:srgbClr val="C5B4E3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43000" y="1937183"/>
            <a:ext cx="1389888" cy="195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한국글로벌자산운용_15층_사업단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03504" y="5794069"/>
            <a:ext cx="232664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872744" y="5868834"/>
            <a:ext cx="118872" cy="109728"/>
          </a:xfrm>
          <a:prstGeom prst="rect">
            <a:avLst/>
          </a:prstGeom>
          <a:solidFill>
            <a:srgbClr val="C5B4E3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8192" y="5794069"/>
            <a:ext cx="250444" cy="259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594360"/>
                <a:gridCol w="621792"/>
                <a:gridCol w="621792"/>
                <a:gridCol w="1124712"/>
                <a:gridCol w="950976"/>
                <a:gridCol w="886968"/>
                <a:gridCol w="950976"/>
                <a:gridCol w="777240"/>
              </a:tblGrid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한국글로벌자산운용_15층_사업단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한국글로벌자산운용_14층_사업단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한국글로벌자산운용_13층_사업단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한국글로벌자산운용_12층_사업단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한국글로벌자산운용_11층_사업단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한국글로벌자산운용_10층_사업단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한국글로벌자산운용_9층_사업단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한국글로벌자산운용_8층_사업단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한국글로벌자산운용_7층_사업단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한국글로벌자산운용_6층_사업단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한국글로벌자산운용_5층_사업단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한국글로벌자산운용_4층_사업단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한국글로벌자산운용_3층_사업단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한국글로벌자산운용_2층_사업단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스타벅스코리아리저브DT점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2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15개 호실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18,757.5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11,254.5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2,250,000,000,000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18,750,000,000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2,250,000,000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21,000,000,000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57" name="Text 5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A24-WIDE-16R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2026-10-05T15:14:59Z</dcterms:created>
  <dcterms:modified xsi:type="dcterms:W3CDTF">2026-10-05T15:14:59Z</dcterms:modified>
</cp:coreProperties>
</file>