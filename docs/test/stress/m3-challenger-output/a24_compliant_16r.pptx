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 Roll Stacking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임대차 현황 및 층별 공간 배치 (16행 규격 내 스트레스)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596188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렌트롤 현황 기준 층별 공간 배치도</a:t>
            </a:r>
            <a:endParaRPr lang="en-US" sz="8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50208" y="1645920"/>
          <a:ext cx="7674559" cy="914400"/>
        </p:xfrm>
        <a:graphic>
          <a:graphicData uri="http://schemas.openxmlformats.org/drawingml/2006/table">
            <a:tbl>
              <a:tblPr/>
              <a:tblGrid>
                <a:gridCol w="438912"/>
                <a:gridCol w="960120"/>
                <a:gridCol w="804672"/>
                <a:gridCol w="713232"/>
                <a:gridCol w="713232"/>
                <a:gridCol w="713232"/>
                <a:gridCol w="713232"/>
                <a:gridCol w="713232"/>
                <a:gridCol w="713232"/>
                <a:gridCol w="1188720"/>
              </a:tblGrid>
              <a:tr h="258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층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임차인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용도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임대면적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전용면적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보증금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월임대료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관리비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월합계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만기일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</a:tr>
              <a:tr h="258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15F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한국글로벌자산운용_15층_사업단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업무시설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1,250.5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750.3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150,000,000,000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1,250,000,000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150,000,000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1,400,000,000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2028-12-31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8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14F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한국글로벌자산운용_14층_사업단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업무시설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1,250.5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750.3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150,000,000,000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1,250,000,000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150,000,000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1,400,000,000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2028-12-31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258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13F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한국글로벌자산운용_13층_사업단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업무시설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1,250.5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750.3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150,000,000,000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1,250,000,000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150,000,000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1,400,000,000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2028-12-31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8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12F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한국글로벌자산운용_12층_사업단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업무시설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1,250.5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750.3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150,000,000,000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1,250,000,000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150,000,000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1,400,000,000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2028-12-31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258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11F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한국글로벌자산운용_11층_사업단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업무시설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1,250.5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750.3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150,000,000,000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1,250,000,000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150,000,000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1,400,000,000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2028-12-31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8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10F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한국글로벌자산운용_10층_사업단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업무시설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1,250.5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750.3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150,000,000,000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1,250,000,000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150,000,000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1,400,000,000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2028-12-31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258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9F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한국글로벌자산운용_9층_사업단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업무시설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1,250.5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750.3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150,000,000,000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1,250,000,000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150,000,000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1,400,000,000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2028-12-31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8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8F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한국글로벌자산운용_8층_사업단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업무시설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1,250.5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750.3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150,000,000,000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1,250,000,000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150,000,000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1,400,000,000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2028-12-31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258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7F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한국글로벌자산운용_7층_사업단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업무시설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1,250.5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750.3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150,000,000,000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1,250,000,000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150,000,000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1,400,000,000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2028-12-31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8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6F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한국글로벌자산운용_6층_사업단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업무시설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1,250.5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750.3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150,000,000,000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1,250,000,000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150,000,000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1,400,000,000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2028-12-31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258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5F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한국글로벌자산운용_5층_사업단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업무시설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1,250.5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750.3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150,000,000,000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1,250,000,000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150,000,000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1,400,000,000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2028-12-31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8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4F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한국글로벌자산운용_4층_사업단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업무시설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1,250.5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750.3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150,000,000,000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1,250,000,000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150,000,000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1,400,000,000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2028-12-31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258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3F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한국글로벌자산운용_3층_사업단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근린생활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1,250.5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750.3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150,000,000,000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1,250,000,000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150,000,000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1,400,000,000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2028-12-31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8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2F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한국글로벌자산운용_2층_사업단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근린생활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1,250.5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750.3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150,000,000,000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1,250,000,000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150,000,000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1,400,000,000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2028-12-31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258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1F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스타벅스코리아리저브DT점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근린생활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1,250.5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750.3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150,000,000,000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1,250,000,000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150,000,000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1,400,000,000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2028-12-31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8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합계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15개 호실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11254.5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2250000000000.0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19992003199%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2,250,000,000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21,000,000,000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304,218,465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 |   A24-WIDE-16R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2026-10-02T04:25:17Z</dcterms:created>
  <dcterms:modified xsi:type="dcterms:W3CDTF">2026-10-02T04:25:17Z</dcterms:modified>
</cp:coreProperties>
</file>