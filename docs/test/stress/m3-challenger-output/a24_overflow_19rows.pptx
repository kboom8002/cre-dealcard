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 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및 층별 공간 배치 (19행 초과 절삭 각주 검증)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011680" cy="221381"/>
          </a:xfrm>
          <a:prstGeom prst="rect">
            <a:avLst/>
          </a:prstGeom>
          <a:solidFill>
            <a:srgbClr val="10161F"/>
          </a:solidFill>
          <a:ln w="6350">
            <a:solidFill>
              <a:srgbClr val="1016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2011680" cy="2213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스태킹 플랜 (㎡)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66928" y="5421697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15568" y="5453701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453701"/>
            <a:ext cx="1389888" cy="145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스타벅스코리아리저브DT점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5212615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15568" y="5244619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003533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15568" y="5035537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794451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15568" y="4826455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585368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15568" y="4617372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376286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15568" y="4408290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67204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15568" y="4199208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58122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15568" y="3990126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49040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15568" y="3781044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539958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15568" y="3571962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30876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11F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15568" y="3362880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121794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12F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15568" y="3153798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2912712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13F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15568" y="2944716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2703629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14F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15568" y="2735633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2494547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15F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115568" y="2526551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2285465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16F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15568" y="2317469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2076383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15568" y="2108387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1867301"/>
            <a:ext cx="475488" cy="209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18F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15568" y="1899305"/>
            <a:ext cx="1444752" cy="145074"/>
          </a:xfrm>
          <a:prstGeom prst="rect">
            <a:avLst/>
          </a:prstGeom>
          <a:solidFill>
            <a:srgbClr val="C5B4E3"/>
          </a:solidFill>
          <a:ln w="9525">
            <a:solidFill>
              <a:srgbClr val="5B6B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5630779"/>
            <a:ext cx="232664" cy="2213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72744" y="5686605"/>
            <a:ext cx="118872" cy="109728"/>
          </a:xfrm>
          <a:prstGeom prst="rect">
            <a:avLst/>
          </a:prstGeom>
          <a:solidFill>
            <a:srgbClr val="C5B4E3"/>
          </a:solidFill>
          <a:ln w="6350">
            <a:solidFill>
              <a:srgbClr val="5B6B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8192" y="5630779"/>
            <a:ext cx="250444" cy="2213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7208" y="1645920"/>
          <a:ext cx="8817559" cy="914400"/>
        </p:xfrm>
        <a:graphic>
          <a:graphicData uri="http://schemas.openxmlformats.org/drawingml/2006/table">
            <a:tbl>
              <a:tblPr/>
              <a:tblGrid>
                <a:gridCol w="448056"/>
                <a:gridCol w="2020824"/>
                <a:gridCol w="585216"/>
                <a:gridCol w="612648"/>
                <a:gridCol w="612648"/>
                <a:gridCol w="1078992"/>
                <a:gridCol w="923544"/>
                <a:gridCol w="868680"/>
                <a:gridCol w="923544"/>
                <a:gridCol w="740664"/>
              </a:tblGrid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75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한국글로벌자산운용_18층_본사사업부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한국글로벌자산운용_17층_본사사업부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한국글로벌자산운용_16층_본사사업부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한국글로벌자산운용_15층_본사사업부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한국글로벌자산운용_14층_본사사업부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한국글로벌자산운용_13층_본사사업부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한국글로벌자산운용_12층_본사사업부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한국글로벌자산운용_11층_본사사업부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한국글로벌자산운용_10층_본사사업부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한국글로벌자산운용_9층_본사사업부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한국글로벌자산운용_8층_본사사업부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한국글로벌자산운용_7층_본사사업부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한국글로벌자산운용_6층_본사사업부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한국글로벌자산운용_5층_본사사업부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한국글로벌자산운용_4층_본사사업부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한국글로벌자산운용_3층_본사사업부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한국글로벌자산운용_2층_본사사업부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18개 호실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22,509.0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13,505.4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2,700,000,000,000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22,500,000,000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25,200,000,000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9" name="Text 46"/>
          <p:cNvSpPr/>
          <p:nvPr/>
        </p:nvSpPr>
        <p:spPr>
          <a:xfrm>
            <a:off x="2807208" y="5879592"/>
            <a:ext cx="88175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18건 중 17건 표시)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A24-OVERFLOW-19R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2026-10-05T15:15:00Z</dcterms:created>
  <dcterms:modified xsi:type="dcterms:W3CDTF">2026-10-05T15:15:00Z</dcterms:modified>
</cp:coreProperties>
</file>