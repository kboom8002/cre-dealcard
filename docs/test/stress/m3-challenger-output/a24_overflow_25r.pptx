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 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및 층별 공간 배치 (25행 초과 절삭 각주 스트레스)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011680" cy="221381"/>
          </a:xfrm>
          <a:prstGeom prst="rect">
            <a:avLst/>
          </a:prstGeom>
          <a:solidFill>
            <a:srgbClr val="10161F"/>
          </a:solidFill>
          <a:ln w="6350">
            <a:solidFill>
              <a:srgbClr val="1016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2011680" cy="2213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 스태킹 플랜 (㎡)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66928" y="5666753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15568" y="5698757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5698757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스타벅스코리아리저브DT점 1,250.5㎡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566928" y="5501560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115568" y="5533564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5533564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한국글로벌자산운용_2층_본사사업부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566928" y="5336366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15568" y="5368370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368370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한국글로벌자산운용_3층_본사사업부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566928" y="5171173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115568" y="5203177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203177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한국글로벌자산운용_4층_본사사업부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566928" y="5005979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115568" y="5037983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37983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한국글로벌자산운용_5층_본사사업부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566928" y="4840785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115568" y="4872789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872789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한국글로벌자산운용_6층_본사사업부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566928" y="4675592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115568" y="4707596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707596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한국글로벌자산운용_7층_본사사업부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566928" y="4510398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15568" y="4542402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542402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한국글로벌자산운용_8층_본사사업부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566928" y="4345205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115568" y="4377209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4377209"/>
            <a:ext cx="1389888" cy="101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한국글로벌자산운용_9층_본사사업부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566928" y="4180011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115568" y="4212015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014818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11F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15568" y="4046822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849624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12F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115568" y="3881628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684430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13F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15568" y="3716434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519237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14F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115568" y="3551241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3354043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15F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115568" y="3386047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3188850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16F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115568" y="3220854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3023656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17F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15568" y="3055660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2858463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18F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115568" y="2890467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2693269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19F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115568" y="2725273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528075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20F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115568" y="2560079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2362882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21F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115568" y="2394886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2197688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22F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115568" y="2229692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2032495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23F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115568" y="2064499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1867301"/>
            <a:ext cx="475488" cy="165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24F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115568" y="1899305"/>
            <a:ext cx="1444752" cy="101186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" y="5831947"/>
            <a:ext cx="232664" cy="2213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72744" y="5887773"/>
            <a:ext cx="118872" cy="109728"/>
          </a:xfrm>
          <a:prstGeom prst="rect">
            <a:avLst/>
          </a:prstGeom>
          <a:solidFill>
            <a:srgbClr val="C5B4E3"/>
          </a:solidFill>
          <a:ln w="6350">
            <a:solidFill>
              <a:srgbClr val="5B6B7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8192" y="5831947"/>
            <a:ext cx="250444" cy="2213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7208" y="1645920"/>
          <a:ext cx="8817559" cy="914400"/>
        </p:xfrm>
        <a:graphic>
          <a:graphicData uri="http://schemas.openxmlformats.org/drawingml/2006/table">
            <a:tbl>
              <a:tblPr/>
              <a:tblGrid>
                <a:gridCol w="448056"/>
                <a:gridCol w="2020824"/>
                <a:gridCol w="585216"/>
                <a:gridCol w="612648"/>
                <a:gridCol w="612648"/>
                <a:gridCol w="1078992"/>
                <a:gridCol w="923544"/>
                <a:gridCol w="868680"/>
                <a:gridCol w="923544"/>
                <a:gridCol w="740664"/>
              </a:tblGrid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한국글로벌자산운용_24층_본사사업부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한국글로벌자산운용_23층_본사사업부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한국글로벌자산운용_22층_본사사업부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한국글로벌자산운용_21층_본사사업부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한국글로벌자산운용_20층_본사사업부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한국글로벌자산운용_19층_본사사업부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한국글로벌자산운용_18층_본사사업부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한국글로벌자산운용_17층_본사사업부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한국글로벌자산운용_16층_본사사업부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한국글로벌자산운용_15층_본사사업부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한국글로벌자산운용_14층_본사사업부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한국글로벌자산운용_13층_본사사업부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한국글로벌자산운용_12층_본사사업부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한국글로벌자산운용_11층_본사사업부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한국글로벌자산운용_10층_본사사업부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한국글로벌자산운용_9층_본사사업부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한국글로벌자산운용_8층_본사사업부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24개 호실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30,012.0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18,007.2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3,600,000,000,000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3,600,000,000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33,600,000,000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69" name="Text 66"/>
          <p:cNvSpPr/>
          <p:nvPr/>
        </p:nvSpPr>
        <p:spPr>
          <a:xfrm>
            <a:off x="2807208" y="5879592"/>
            <a:ext cx="88175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24건 중 17건 표시)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A24-OVERFLOW-25R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2026-10-05T15:15:01Z</dcterms:created>
  <dcterms:modified xsi:type="dcterms:W3CDTF">2026-10-05T15:15:01Z</dcterms:modified>
</cp:coreProperties>
</file>