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 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현황 및 층별 공간 배치 (25행 초과 절삭 각주 스트레스)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596188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50208" y="1645920"/>
          <a:ext cx="7674559" cy="914400"/>
        </p:xfrm>
        <a:graphic>
          <a:graphicData uri="http://schemas.openxmlformats.org/drawingml/2006/table">
            <a:tbl>
              <a:tblPr/>
              <a:tblGrid>
                <a:gridCol w="438912"/>
                <a:gridCol w="960120"/>
                <a:gridCol w="804672"/>
                <a:gridCol w="713232"/>
                <a:gridCol w="713232"/>
                <a:gridCol w="713232"/>
                <a:gridCol w="713232"/>
                <a:gridCol w="713232"/>
                <a:gridCol w="713232"/>
                <a:gridCol w="1188720"/>
              </a:tblGrid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전용면적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한국글로벌자산운용…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업무시설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1,250.5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750.3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150,000,000,…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1,250,000,000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150,000,000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1,400,000,000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950208" y="5961888"/>
            <a:ext cx="7674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24건 중 17건 표시)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A24-OVERFLOW-25R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2026-10-02T04:25:33Z</dcterms:created>
  <dcterms:modified xsi:type="dcterms:W3CDTF">2026-10-02T04:25:33Z</dcterms:modified>
</cp:coreProperties>
</file>