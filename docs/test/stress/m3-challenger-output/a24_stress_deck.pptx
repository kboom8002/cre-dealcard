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Rent Roll Stacking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임대차 현황 및 층별 공간 배치 (25행 초과 절삭 각주 스트레스)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66928" y="5961888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8A8A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※ 렌트롤 현황 기준 층별 공간 배치도</a:t>
            </a:r>
            <a:endParaRPr lang="en-US" sz="85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950208" y="1645920"/>
          <a:ext cx="7674559" cy="914400"/>
        </p:xfrm>
        <a:graphic>
          <a:graphicData uri="http://schemas.openxmlformats.org/drawingml/2006/table">
            <a:tbl>
              <a:tblPr/>
              <a:tblGrid>
                <a:gridCol w="438912"/>
                <a:gridCol w="960120"/>
                <a:gridCol w="804672"/>
                <a:gridCol w="713232"/>
                <a:gridCol w="713232"/>
                <a:gridCol w="713232"/>
                <a:gridCol w="713232"/>
                <a:gridCol w="713232"/>
                <a:gridCol w="713232"/>
                <a:gridCol w="1188720"/>
              </a:tblGrid>
              <a:tr h="2438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층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61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임차인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61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용도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61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임대면적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61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전용면적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61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보증금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61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월임대료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61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관리비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61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월합계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61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만기일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61F"/>
                    </a:solidFill>
                  </a:tcPr>
                </a:tc>
              </a:tr>
              <a:tr h="2438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24F</a:t>
                      </a:r>
                      <a:endParaRPr lang="en-US" sz="7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한국글로벌자산운용…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업무시설</a:t>
                      </a:r>
                      <a:endParaRPr lang="en-US" sz="7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1,250.5</a:t>
                      </a:r>
                      <a:endParaRPr lang="en-US" sz="7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750.3</a:t>
                      </a:r>
                      <a:endParaRPr lang="en-US" sz="7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150,000,000,…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1,250,000,000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150,000,000</a:t>
                      </a:r>
                      <a:endParaRPr lang="en-US" sz="7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1,400,000,000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2028-12-31</a:t>
                      </a:r>
                      <a:endParaRPr lang="en-US" sz="7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38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23F</a:t>
                      </a:r>
                      <a:endParaRPr lang="en-US" sz="7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한국글로벌자산운용…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업무시설</a:t>
                      </a:r>
                      <a:endParaRPr lang="en-US" sz="7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1,250.5</a:t>
                      </a:r>
                      <a:endParaRPr lang="en-US" sz="7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750.3</a:t>
                      </a:r>
                      <a:endParaRPr lang="en-US" sz="7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150,000,000,…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1,250,000,000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150,000,000</a:t>
                      </a:r>
                      <a:endParaRPr lang="en-US" sz="7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1,400,000,000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2028-12-31</a:t>
                      </a:r>
                      <a:endParaRPr lang="en-US" sz="7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</a:tr>
              <a:tr h="2438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22F</a:t>
                      </a:r>
                      <a:endParaRPr lang="en-US" sz="7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한국글로벌자산운용…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업무시설</a:t>
                      </a:r>
                      <a:endParaRPr lang="en-US" sz="7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1,250.5</a:t>
                      </a:r>
                      <a:endParaRPr lang="en-US" sz="7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750.3</a:t>
                      </a:r>
                      <a:endParaRPr lang="en-US" sz="7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150,000,000,…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1,250,000,000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150,000,000</a:t>
                      </a:r>
                      <a:endParaRPr lang="en-US" sz="7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1,400,000,000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2028-12-31</a:t>
                      </a:r>
                      <a:endParaRPr lang="en-US" sz="7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38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21F</a:t>
                      </a:r>
                      <a:endParaRPr lang="en-US" sz="7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한국글로벌자산운용…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업무시설</a:t>
                      </a:r>
                      <a:endParaRPr lang="en-US" sz="7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1,250.5</a:t>
                      </a:r>
                      <a:endParaRPr lang="en-US" sz="7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750.3</a:t>
                      </a:r>
                      <a:endParaRPr lang="en-US" sz="7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150,000,000,…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1,250,000,000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150,000,000</a:t>
                      </a:r>
                      <a:endParaRPr lang="en-US" sz="7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1,400,000,000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2028-12-31</a:t>
                      </a:r>
                      <a:endParaRPr lang="en-US" sz="7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</a:tr>
              <a:tr h="2438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20F</a:t>
                      </a:r>
                      <a:endParaRPr lang="en-US" sz="7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한국글로벌자산운용…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업무시설</a:t>
                      </a:r>
                      <a:endParaRPr lang="en-US" sz="7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1,250.5</a:t>
                      </a:r>
                      <a:endParaRPr lang="en-US" sz="7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750.3</a:t>
                      </a:r>
                      <a:endParaRPr lang="en-US" sz="7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150,000,000,…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1,250,000,000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150,000,000</a:t>
                      </a:r>
                      <a:endParaRPr lang="en-US" sz="7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1,400,000,000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2028-12-31</a:t>
                      </a:r>
                      <a:endParaRPr lang="en-US" sz="7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38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19F</a:t>
                      </a:r>
                      <a:endParaRPr lang="en-US" sz="7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한국글로벌자산운용…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업무시설</a:t>
                      </a:r>
                      <a:endParaRPr lang="en-US" sz="7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1,250.5</a:t>
                      </a:r>
                      <a:endParaRPr lang="en-US" sz="7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750.3</a:t>
                      </a:r>
                      <a:endParaRPr lang="en-US" sz="7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150,000,000,…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1,250,000,000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150,000,000</a:t>
                      </a:r>
                      <a:endParaRPr lang="en-US" sz="7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1,400,000,000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2028-12-31</a:t>
                      </a:r>
                      <a:endParaRPr lang="en-US" sz="7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</a:tr>
              <a:tr h="2438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18F</a:t>
                      </a:r>
                      <a:endParaRPr lang="en-US" sz="7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한국글로벌자산운용…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업무시설</a:t>
                      </a:r>
                      <a:endParaRPr lang="en-US" sz="7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1,250.5</a:t>
                      </a:r>
                      <a:endParaRPr lang="en-US" sz="7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750.3</a:t>
                      </a:r>
                      <a:endParaRPr lang="en-US" sz="7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150,000,000,…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1,250,000,000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150,000,000</a:t>
                      </a:r>
                      <a:endParaRPr lang="en-US" sz="7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1,400,000,000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2028-12-31</a:t>
                      </a:r>
                      <a:endParaRPr lang="en-US" sz="7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38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17F</a:t>
                      </a:r>
                      <a:endParaRPr lang="en-US" sz="7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한국글로벌자산운용…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업무시설</a:t>
                      </a:r>
                      <a:endParaRPr lang="en-US" sz="7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1,250.5</a:t>
                      </a:r>
                      <a:endParaRPr lang="en-US" sz="7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750.3</a:t>
                      </a:r>
                      <a:endParaRPr lang="en-US" sz="7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150,000,000,…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1,250,000,000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150,000,000</a:t>
                      </a:r>
                      <a:endParaRPr lang="en-US" sz="7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1,400,000,000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2028-12-31</a:t>
                      </a:r>
                      <a:endParaRPr lang="en-US" sz="7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</a:tr>
              <a:tr h="2438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16F</a:t>
                      </a:r>
                      <a:endParaRPr lang="en-US" sz="7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한국글로벌자산운용…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업무시설</a:t>
                      </a:r>
                      <a:endParaRPr lang="en-US" sz="7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1,250.5</a:t>
                      </a:r>
                      <a:endParaRPr lang="en-US" sz="7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750.3</a:t>
                      </a:r>
                      <a:endParaRPr lang="en-US" sz="7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150,000,000,…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1,250,000,000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150,000,000</a:t>
                      </a:r>
                      <a:endParaRPr lang="en-US" sz="7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1,400,000,000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2028-12-31</a:t>
                      </a:r>
                      <a:endParaRPr lang="en-US" sz="7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38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15F</a:t>
                      </a:r>
                      <a:endParaRPr lang="en-US" sz="7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한국글로벌자산운용…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업무시설</a:t>
                      </a:r>
                      <a:endParaRPr lang="en-US" sz="7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1,250.5</a:t>
                      </a:r>
                      <a:endParaRPr lang="en-US" sz="7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750.3</a:t>
                      </a:r>
                      <a:endParaRPr lang="en-US" sz="7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150,000,000,…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1,250,000,000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150,000,000</a:t>
                      </a:r>
                      <a:endParaRPr lang="en-US" sz="7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1,400,000,000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2028-12-31</a:t>
                      </a:r>
                      <a:endParaRPr lang="en-US" sz="7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</a:tr>
              <a:tr h="2438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14F</a:t>
                      </a:r>
                      <a:endParaRPr lang="en-US" sz="7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한국글로벌자산운용…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업무시설</a:t>
                      </a:r>
                      <a:endParaRPr lang="en-US" sz="7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1,250.5</a:t>
                      </a:r>
                      <a:endParaRPr lang="en-US" sz="7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750.3</a:t>
                      </a:r>
                      <a:endParaRPr lang="en-US" sz="7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150,000,000,…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1,250,000,000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150,000,000</a:t>
                      </a:r>
                      <a:endParaRPr lang="en-US" sz="7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1,400,000,000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2028-12-31</a:t>
                      </a:r>
                      <a:endParaRPr lang="en-US" sz="7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38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13F</a:t>
                      </a:r>
                      <a:endParaRPr lang="en-US" sz="7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한국글로벌자산운용…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업무시설</a:t>
                      </a:r>
                      <a:endParaRPr lang="en-US" sz="7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1,250.5</a:t>
                      </a:r>
                      <a:endParaRPr lang="en-US" sz="7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750.3</a:t>
                      </a:r>
                      <a:endParaRPr lang="en-US" sz="7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150,000,000,…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1,250,000,000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150,000,000</a:t>
                      </a:r>
                      <a:endParaRPr lang="en-US" sz="7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1,400,000,000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2028-12-31</a:t>
                      </a:r>
                      <a:endParaRPr lang="en-US" sz="7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</a:tr>
              <a:tr h="2438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12F</a:t>
                      </a:r>
                      <a:endParaRPr lang="en-US" sz="7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한국글로벌자산운용…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업무시설</a:t>
                      </a:r>
                      <a:endParaRPr lang="en-US" sz="7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1,250.5</a:t>
                      </a:r>
                      <a:endParaRPr lang="en-US" sz="7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750.3</a:t>
                      </a:r>
                      <a:endParaRPr lang="en-US" sz="7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150,000,000,…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1,250,000,000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150,000,000</a:t>
                      </a:r>
                      <a:endParaRPr lang="en-US" sz="7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1,400,000,000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2028-12-31</a:t>
                      </a:r>
                      <a:endParaRPr lang="en-US" sz="7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38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11F</a:t>
                      </a:r>
                      <a:endParaRPr lang="en-US" sz="7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한국글로벌자산운용…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업무시설</a:t>
                      </a:r>
                      <a:endParaRPr lang="en-US" sz="7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1,250.5</a:t>
                      </a:r>
                      <a:endParaRPr lang="en-US" sz="7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750.3</a:t>
                      </a:r>
                      <a:endParaRPr lang="en-US" sz="7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150,000,000,…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1,250,000,000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150,000,000</a:t>
                      </a:r>
                      <a:endParaRPr lang="en-US" sz="7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1,400,000,000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2028-12-31</a:t>
                      </a:r>
                      <a:endParaRPr lang="en-US" sz="7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</a:tr>
              <a:tr h="2438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10F</a:t>
                      </a:r>
                      <a:endParaRPr lang="en-US" sz="7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한국글로벌자산운용…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업무시설</a:t>
                      </a:r>
                      <a:endParaRPr lang="en-US" sz="7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1,250.5</a:t>
                      </a:r>
                      <a:endParaRPr lang="en-US" sz="7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750.3</a:t>
                      </a:r>
                      <a:endParaRPr lang="en-US" sz="7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150,000,000,…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1,250,000,000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150,000,000</a:t>
                      </a:r>
                      <a:endParaRPr lang="en-US" sz="7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1,400,000,000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2028-12-31</a:t>
                      </a:r>
                      <a:endParaRPr lang="en-US" sz="7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38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9F</a:t>
                      </a:r>
                      <a:endParaRPr lang="en-US" sz="7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한국글로벌자산운용…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업무시설</a:t>
                      </a:r>
                      <a:endParaRPr lang="en-US" sz="7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1,250.5</a:t>
                      </a:r>
                      <a:endParaRPr lang="en-US" sz="7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750.3</a:t>
                      </a:r>
                      <a:endParaRPr lang="en-US" sz="7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150,000,000,…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1,250,000,000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150,000,000</a:t>
                      </a:r>
                      <a:endParaRPr lang="en-US" sz="7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1,400,000,000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2028-12-31</a:t>
                      </a:r>
                      <a:endParaRPr lang="en-US" sz="7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</a:tr>
              <a:tr h="2438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8F</a:t>
                      </a:r>
                      <a:endParaRPr lang="en-US" sz="7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한국글로벌자산운용…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업무시설</a:t>
                      </a:r>
                      <a:endParaRPr lang="en-US" sz="7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1,250.5</a:t>
                      </a:r>
                      <a:endParaRPr lang="en-US" sz="7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750.3</a:t>
                      </a:r>
                      <a:endParaRPr lang="en-US" sz="7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150,000,000,…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1,250,000,000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150,000,000</a:t>
                      </a:r>
                      <a:endParaRPr lang="en-US" sz="7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1,400,000,000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2028-12-31</a:t>
                      </a:r>
                      <a:endParaRPr lang="en-US" sz="7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3950208" y="5961888"/>
            <a:ext cx="767455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7A879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(전체 24건 중 17건 표시)</a:t>
            </a:r>
            <a:endParaRPr lang="en-US" sz="700" dirty="0"/>
          </a:p>
        </p:txBody>
      </p:sp>
      <p:sp>
        <p:nvSpPr>
          <p:cNvPr id="9" name="Text 6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879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크리딜   |   A24-OVERFLOW-25R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2026-09-29T09:06:47Z</dcterms:created>
  <dcterms:modified xsi:type="dcterms:W3CDTF">2026-09-29T09:06:47Z</dcterms:modified>
</cp:coreProperties>
</file>