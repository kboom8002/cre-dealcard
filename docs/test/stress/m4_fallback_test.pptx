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81328"/>
            <a:ext cx="7863840" cy="4114800"/>
          </a:xfrm>
          <a:prstGeom prst="roundRect">
            <a:avLst>
              <a:gd name="adj" fmla="val 1333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" y="1700784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FBF6EC"/>
          </a:solidFill>
          <a:ln w="6350">
            <a:solidFill>
              <a:srgbClr val="8E6A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7007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공적장부 열람 대상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" y="1993392"/>
            <a:ext cx="7351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 및 토지이용계획 열람 안내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304288"/>
            <a:ext cx="7351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지적경계 및 용도지역 지정 현황을 대조합니다.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04672" y="2770632"/>
            <a:ext cx="7351776" cy="0"/>
          </a:xfrm>
          <a:prstGeom prst="line">
            <a:avLst/>
          </a:prstGeom>
          <a:noFill/>
          <a:ln w="5080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916936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2862072"/>
            <a:ext cx="71323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토지이용계획확인원 상 용도지역·지구 행위제한 정합성 실사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41248" y="3545586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490722"/>
            <a:ext cx="71323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지적공부(토지대장·지적도)상 지목, 면적 및 필지 경계 실측 대조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41248" y="4174236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4119372"/>
            <a:ext cx="71323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건축선 후퇴, 도로접면 조건(진입로 폭원) 및 일조사선 규제 점검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41248" y="4802886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9264" y="4748022"/>
            <a:ext cx="71323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지구단위계획구역 여부 및 지자체 도시계획조례 추가 완화 가능성 검토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11057839" cy="4572000"/>
          </a:xfrm>
          <a:prstGeom prst="roundRect">
            <a:avLst>
              <a:gd name="adj" fmla="val 120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91056"/>
            <a:ext cx="1316736" cy="219456"/>
          </a:xfrm>
          <a:prstGeom prst="roundRect">
            <a:avLst>
              <a:gd name="adj" fmla="val 50000"/>
            </a:avLst>
          </a:prstGeom>
          <a:solidFill>
            <a:srgbClr val="E9EEF3"/>
          </a:solidFill>
          <a:ln w="6350">
            <a:solidFill>
              <a:srgbClr val="446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910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 실사 예정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188366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 현황 및 물리적 실사 점검 안내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내·외관 상태 및 주요 설비 사양을 현장 방문 조사를 통해 확인합니다.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706624"/>
            <a:ext cx="10545775" cy="0"/>
          </a:xfrm>
          <a:prstGeom prst="line">
            <a:avLst/>
          </a:prstGeom>
          <a:noFill/>
          <a:ln w="5080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85292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79806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 파사드 마감재 보존 상태 및 균열·누수 흔적 정밀 점검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59536" y="358444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52958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승강기, 기계식 주차설비, 수배전반 등 핵심 설비 내구연한 점검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59536" y="431596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426110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옥상 방수 상태, 지하층 결로/누수 여부 점검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59536" y="504748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499262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주차대수 확보 여부 및 층고 실측 검증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481328"/>
            <a:ext cx="5056632" cy="4480560"/>
          </a:xfrm>
          <a:prstGeom prst="roundRect">
            <a:avLst>
              <a:gd name="adj" fmla="val 122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36512" y="1700784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FBF6EC"/>
          </a:solidFill>
          <a:ln w="6350">
            <a:solidFill>
              <a:srgbClr val="8E6A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36512" y="17007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공시지가 열람 안내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36512" y="1993392"/>
            <a:ext cx="45509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토지 가치 평가 안내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36512" y="2304288"/>
            <a:ext cx="455096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필지의 개별공시지가 연도별 이력을 공적 자료를 통해 확인합니다.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36512" y="2807208"/>
            <a:ext cx="4550969" cy="0"/>
          </a:xfrm>
          <a:prstGeom prst="line">
            <a:avLst/>
          </a:prstGeom>
          <a:noFill/>
          <a:ln w="5080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73088" y="2953512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Text 7"/>
          <p:cNvSpPr/>
          <p:nvPr/>
        </p:nvSpPr>
        <p:spPr>
          <a:xfrm>
            <a:off x="7001104" y="2898648"/>
            <a:ext cx="4331513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5~10개년 개별공시지가 변동 추이 분석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873088" y="366445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1" name="Text 9"/>
          <p:cNvSpPr/>
          <p:nvPr/>
        </p:nvSpPr>
        <p:spPr>
          <a:xfrm>
            <a:off x="7001104" y="3609594"/>
            <a:ext cx="4331513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표준지 공시지가 대비 토지 특성 분석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73088" y="4375404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7001104" y="4320540"/>
            <a:ext cx="4331513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공시지가 대비 실거래가 매매 배율 검증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873088" y="5086350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001104" y="5031486"/>
            <a:ext cx="4331513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보유세 과세표준 기준액 산출 점검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81328"/>
            <a:ext cx="11057839" cy="4389120"/>
          </a:xfrm>
          <a:prstGeom prst="roundRect">
            <a:avLst>
              <a:gd name="adj" fmla="val 125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700784"/>
            <a:ext cx="1435608" cy="219456"/>
          </a:xfrm>
          <a:prstGeom prst="roundRect">
            <a:avLst>
              <a:gd name="adj" fmla="val 50000"/>
            </a:avLst>
          </a:prstGeom>
          <a:solidFill>
            <a:srgbClr val="FBF6EC"/>
          </a:solidFill>
          <a:ln w="6350">
            <a:solidFill>
              <a:srgbClr val="8E6A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00784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임대차 실사 안내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및 렌트롤 상세 실사 프로토콜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10545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세부 층별 임대차 계약 원장은 NDA 체결 후 실측 대조가 진행됩니다.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10545775" cy="0"/>
          </a:xfrm>
          <a:prstGeom prst="line">
            <a:avLst/>
          </a:prstGeom>
          <a:noFill/>
          <a:ln w="5080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94436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889504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계약서 원본 전수 대조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59536" y="3634740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579876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 및 월임대료 입금 금융 원장 대조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59536" y="4325112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4270248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사항 및 렌트프리 실질 유효 임대료 산정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59536" y="5015484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4960620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 및 재계약 리스크 검토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71600"/>
            <a:ext cx="9144000" cy="4572000"/>
          </a:xfrm>
          <a:prstGeom prst="roundRect">
            <a:avLst>
              <a:gd name="adj" fmla="val 1200"/>
            </a:avLst>
          </a:prstGeom>
          <a:solidFill>
            <a:srgbClr val="232F3C"/>
          </a:solidFill>
          <a:ln w="6350">
            <a:solidFill>
              <a:srgbClr val="2A36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0432" y="1591056"/>
            <a:ext cx="1316736" cy="219456"/>
          </a:xfrm>
          <a:prstGeom prst="roundRect">
            <a:avLst>
              <a:gd name="adj" fmla="val 50000"/>
            </a:avLst>
          </a:prstGeom>
          <a:solidFill>
            <a:srgbClr val="E9EEF3"/>
          </a:solidFill>
          <a:ln w="6350">
            <a:solidFill>
              <a:srgbClr val="446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15910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권역 입지 분석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0432" y="1883664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교통망 및 입지 인프라 실사 안내 (Dark Mode)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2194560"/>
            <a:ext cx="8631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6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자산의 대중교통 접근성을 현장 조사 기준으로 검증합니다.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70432" y="2706624"/>
            <a:ext cx="8631936" cy="0"/>
          </a:xfrm>
          <a:prstGeom prst="line">
            <a:avLst/>
          </a:prstGeom>
          <a:noFill/>
          <a:ln w="5080">
            <a:solidFill>
              <a:srgbClr val="2A36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285292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Text 7"/>
          <p:cNvSpPr/>
          <p:nvPr/>
        </p:nvSpPr>
        <p:spPr>
          <a:xfrm>
            <a:off x="1335024" y="2798064"/>
            <a:ext cx="8412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A8B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간선도로 및 광역 대중교통 환승 노선 접근성 실사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207008" y="431596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1" name="Text 9"/>
          <p:cNvSpPr/>
          <p:nvPr/>
        </p:nvSpPr>
        <p:spPr>
          <a:xfrm>
            <a:off x="1335024" y="4261104"/>
            <a:ext cx="8412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A8B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도보 5분~10분 반경 유동인구 집객 동선 평가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2026-10-05T15:11:50Z</dcterms:created>
  <dcterms:modified xsi:type="dcterms:W3CDTF">2026-10-05T15:11:50Z</dcterms:modified>
</cp:coreProperties>
</file>