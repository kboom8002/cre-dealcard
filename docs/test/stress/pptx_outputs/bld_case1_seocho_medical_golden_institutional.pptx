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4" name="Shape 1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5" name="Shape 2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서초동 역세권 160억대 메디컬 빌딩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73936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3" name="Text 10"/>
          <p:cNvSpPr/>
          <p:nvPr/>
        </p:nvSpPr>
        <p:spPr>
          <a:xfrm>
            <a:off x="1773936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160억대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160억대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PRIME PARTNERS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김수석 자산관리위원  |  CREDEAL PRIME PARTNERS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사진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71600"/>
            <a:ext cx="5474056" cy="23225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3438144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438144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서초대로 25m 메인 도로변 외관 전경</a:t>
            </a:r>
            <a:endParaRPr lang="en-US" sz="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0712" y="1371600"/>
            <a:ext cx="5474056" cy="232257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150712" y="3438144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6223864" y="3438144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대형 약국 및 메디컬 로비</a:t>
            </a:r>
            <a:endParaRPr lang="en-US" sz="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803904"/>
            <a:ext cx="5474056" cy="232257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66928" y="5870448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640080" y="5870448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3층 안과·피부과 전문의원 내부 인테리어</a:t>
            </a:r>
            <a:endParaRPr lang="en-US" sz="7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0712" y="3803904"/>
            <a:ext cx="5474056" cy="232257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50712" y="5870448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6223864" y="5870448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자주식 18대 전용 주차장 및 옥상 휴게공간</a:t>
            </a:r>
            <a:endParaRPr lang="en-US" sz="750" dirty="0"/>
          </a:p>
        </p:txBody>
      </p:sp>
      <p:sp>
        <p:nvSpPr>
          <p:cNvPr id="18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13834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8426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78426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060741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5333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자산유형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5333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PRIME PARTNERS · CRE-2026-MED-01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CRE-2026-MED-01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2026-08-15T02:07:30Z</dcterms:created>
  <dcterms:modified xsi:type="dcterms:W3CDTF">2026-08-15T02:07:30Z</dcterms:modified>
</cp:coreProperties>
</file>