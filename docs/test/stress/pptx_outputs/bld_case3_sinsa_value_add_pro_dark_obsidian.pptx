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4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5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신사동 가로수길 90억대 코너 밸류애드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VALUE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최밸류 개발자문위원  |  CREDEAL VALUE PARTNERS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11057839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01675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가로수길 세로수길 8m 코너 노후 외관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밸류애드빌딩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VALUE PARTNERS · CRE-2026-VAL-03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CRE-2026-VAL-03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2026-08-15T02:07:53Z</dcterms:created>
  <dcterms:modified xsi:type="dcterms:W3CDTF">2026-08-15T02:07:53Z</dcterms:modified>
</cp:coreProperties>
</file>