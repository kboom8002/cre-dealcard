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역삼동 테헤란로 코너 200억대 신축부지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신축개발부지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신축개발부지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200억대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200억대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DEVELOPMENT PARTNERS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정시행 개발총괄본부장  |  CREDEAL DEVELOPMENT PARTNERS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Gallery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사진</a:t>
            </a:r>
            <a:endParaRPr lang="en-US" sz="2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5474056" cy="232257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테헤란로 센터필드 맞은편 10m x 8m 코너 부지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0712" y="1371600"/>
            <a:ext cx="5474056" cy="232257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150712" y="3438144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6223864" y="3438144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멸실 예정 기존 노후 건물 전경</a:t>
            </a:r>
            <a:endParaRPr lang="en-US" sz="7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803904"/>
            <a:ext cx="5474056" cy="23225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66928" y="5870448"/>
            <a:ext cx="5474056" cy="256032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14" name="Text 9"/>
          <p:cNvSpPr/>
          <p:nvPr/>
        </p:nvSpPr>
        <p:spPr>
          <a:xfrm>
            <a:off x="640080" y="5870448"/>
            <a:ext cx="5327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부지 전면 10m 도로 차량 진출입로</a:t>
            </a:r>
            <a:endParaRPr lang="en-US" sz="750" dirty="0"/>
          </a:p>
        </p:txBody>
      </p:sp>
      <p:sp>
        <p:nvSpPr>
          <p:cNvPr id="15" name="Text 1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16" name="Text 1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313834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78426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78426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강남권역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060741" y="1371600"/>
            <a:ext cx="3564026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5333" y="1499616"/>
            <a:ext cx="323484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5333" y="1682496"/>
            <a:ext cx="32348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신축개발부지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D3748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C2433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DEVELOPMENT PARTNERS · CRE-2026-DEV-04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CRE-2026-DEV-04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2026-08-15T02:08:01Z</dcterms:created>
  <dcterms:modified xsi:type="dcterms:W3CDTF">2026-08-15T02:08:01Z</dcterms:modified>
</cp:coreProperties>
</file>