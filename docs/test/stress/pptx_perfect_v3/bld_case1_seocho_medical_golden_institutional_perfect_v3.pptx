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4" name="Shape 1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5" name="Shape 2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서초동 역세권 160억대 메디컬 빌딩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66544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3" name="Text 10"/>
          <p:cNvSpPr/>
          <p:nvPr/>
        </p:nvSpPr>
        <p:spPr>
          <a:xfrm>
            <a:off x="2066544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165억대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165억대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김수석 자산관리위원  |  CREDEAL PRIME PARTNERS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주요 전경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5464912" cy="22905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9856" y="1234440"/>
            <a:ext cx="5464912" cy="229057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33008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233008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653028"/>
            <a:ext cx="5464912" cy="229057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8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9856" y="3653028"/>
            <a:ext cx="5464912" cy="229057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로비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165.0억원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 / 연면적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142.5평 / 620.8평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담보대출 승계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85.0억원 (4.1%)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준공년도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 준공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6692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특성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서초구 역세권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및 도로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접근성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지하철역 도보 4분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53328" y="224028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40280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 접면 조건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70475" y="2240280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대로변 접면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53328" y="267919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679192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차량 진출입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70475" y="2679192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경부고속도로 서초IC 및 테헤란로 3분 내 진입 가능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053328" y="311810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118104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70475" y="3118104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테헤란로 IT밸리 및 서초 법조타운 오피스 상주인구 30만 배후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053328" y="355701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557016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 상권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70475" y="3557016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약국 및 상층부 안과·피부과 전문의원 집적 의료 특화 상권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매물,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서초구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용도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 / 메디컬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2,052㎡ (620.8평)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471㎡ (142.5평)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2층 ~ 지상 7층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1대 (15인승 침대용)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대수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18대 (자주식 완비)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66928" y="48646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86460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준공년도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172968" y="486460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 (9년 경과)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66928" y="52669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526694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주구조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172968" y="526694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4287" y="1645920"/>
            <a:ext cx="3840480" cy="301752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7784287" y="4800600"/>
            <a:ext cx="3840480" cy="1325880"/>
          </a:xfrm>
          <a:prstGeom prst="roundRect">
            <a:avLst>
              <a:gd name="adj" fmla="val 4138"/>
            </a:avLst>
          </a:prstGeom>
          <a:solidFill>
            <a:srgbClr val="BEE3F8"/>
          </a:solidFill>
          <a:ln/>
        </p:spPr>
      </p:sp>
      <p:sp>
        <p:nvSpPr>
          <p:cNvPr id="39" name="Shape 36"/>
          <p:cNvSpPr/>
          <p:nvPr/>
        </p:nvSpPr>
        <p:spPr>
          <a:xfrm>
            <a:off x="7784287" y="4855464"/>
            <a:ext cx="36576" cy="12161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0" name="Text 37"/>
          <p:cNvSpPr/>
          <p:nvPr/>
        </p:nvSpPr>
        <p:spPr>
          <a:xfrm>
            <a:off x="7967167" y="4910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967167" y="5129784"/>
            <a:ext cx="35112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서초구 대로변 입지의 우량 메디컬 테넌트 만실 운영 자산입니다.</a:t>
            </a:r>
            <a:endParaRPr lang="en-US" sz="930" dirty="0"/>
          </a:p>
        </p:txBody>
      </p:sp>
      <p:sp>
        <p:nvSpPr>
          <p:cNvPr id="42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현황과 공실, 실제로 어떤가?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5528920"/>
                <a:gridCol w="5528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공실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5950만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원/월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(추정)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수입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7.1억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원/년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(추정)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NDA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체결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3895344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임차인명 및 상세 정보는 개인정보 보호를 위해 비공개 처리되었습니다.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566928" y="4169664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FEEBC8"/>
          </a:solidFill>
          <a:ln/>
        </p:spPr>
      </p:sp>
      <p:sp>
        <p:nvSpPr>
          <p:cNvPr id="9" name="Shape 6"/>
          <p:cNvSpPr/>
          <p:nvPr/>
        </p:nvSpPr>
        <p:spPr>
          <a:xfrm>
            <a:off x="566928" y="4224528"/>
            <a:ext cx="36576" cy="98755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4279392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9808" y="4498848"/>
            <a:ext cx="51082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임차인명 및 상세 정보는 개인정보 보호를 위해 비공개 처리되었습니다.</a:t>
            </a:r>
            <a:endParaRPr lang="en-US" sz="930" dirty="0"/>
          </a:p>
        </p:txBody>
      </p:sp>
      <p:sp>
        <p:nvSpPr>
          <p:cNvPr id="12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3503066" cy="361188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3503066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물리적 하드웨어 실사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정밀안전 A등급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상태: 2017년 준공 신축급 건물로 누수·균열 결함 0건 (정밀안전진단 A등급)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 및 설비: 15인승 침대용 승강기 완비 및 중앙/개별 냉난방 설비 양호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시설: 18대 전용 주차장 완비로 병의원 내원 환자 주차 민원 제로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4314" y="1417320"/>
            <a:ext cx="3503066" cy="361188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417320"/>
            <a:ext cx="3503066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914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테넌트 및 임대차 권리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914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안정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914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리스크 극소: 1층 약국 및 상층부 병의원 인테리어 투자비(호실당 5억 이상)로 장기 존속 확정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안정성: 평균 잔여 임대기간 WALE 3.5년 확보 및 임대료 연체 이력 0건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리스크: 전층 정상 임대차 상태로 분쟁 및 소송 이력 없음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21701" y="1417320"/>
            <a:ext cx="3503066" cy="361188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1701" y="1417320"/>
            <a:ext cx="3503066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50301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권리관계 및 금융 구조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50301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투명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0301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 상태: 단독 법인 소유로 권리관계 100% 투명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제한물권: 근저당권 외 가압류/가처분 일체 없음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대출 승계: 기존 담보대출 85억원(연 4.1%) 1금융권 승계 심사 적격 판정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양호 | 세부 계약서 및 등기사항증명서는 LOI 접수 후 원본 열람 가능합니다.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 · CRE-2026-MED-01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2026-08-16T01:04:30Z</dcterms:created>
  <dcterms:modified xsi:type="dcterms:W3CDTF">2026-08-16T01:04:30Z</dcterms:modified>
</cp:coreProperties>
</file>