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4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5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가로수길 90억대 코너 밸류애드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6654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206654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0" name="Shape 1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92.0억원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68.4평 / 235.1평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50.0억원 (4.3%)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1994년 준공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특성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역세권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 도보 4분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대로변 접면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777㎡ (235.1평)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226㎡ (68.4평)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4층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1994년 (32년 경과)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40" name="Shape 37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8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강남구 대로변 입지의 우량 메디컬 테넌트 만실 운영 자산입니다.</a:t>
            </a:r>
            <a:endParaRPr lang="en-US" sz="930" dirty="0"/>
          </a:p>
        </p:txBody>
      </p:sp>
      <p:sp>
        <p:nvSpPr>
          <p:cNvPr id="43" name="Shape 4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4" name="Shape 4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5" name="Text 4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거래 사례 및 비교 분석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45720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상태: 2017년 준공 신축급 건물로 누수·균열 결함 0건 (정밀안전진단 A등급)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설비: 15인승 침대용 승강기 완비 및 중앙/개별 냉난방 설비 양호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시설: 18대 전용 주차장 완비로 병의원 내원 환자 주차 민원 제로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417320"/>
            <a:ext cx="45720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극소: 1층 약국 및 상층부 병의원 인테리어 투자비(호실당 5억 이상)로 장기 존속 확정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안정성: 평균 잔여 임대기간 WALE 3.5년 확보 및 임대료 연체 이력 0건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전층 정상 임대차 상태로 분쟁 및 소송 이력 없음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45720" cy="3611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투명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상태: 단독 법인 소유로 권리관계 100% 투명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제한물권: 근저당권 외 가압류/가처분 일체 없음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승계: 기존 담보대출 85억원(연 4.1%) 1금융권 승계 심사 적격 판정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193792"/>
            <a:ext cx="45720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CRE-2026-VAL-03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2026-08-16T01:04:40Z</dcterms:created>
  <dcterms:modified xsi:type="dcterms:W3CDTF">2026-08-16T01:04:40Z</dcterms:modified>
</cp:coreProperties>
</file>