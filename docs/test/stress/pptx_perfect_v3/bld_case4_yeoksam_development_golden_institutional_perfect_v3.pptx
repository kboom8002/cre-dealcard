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0"/>
            <a:ext cx="44192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4" name="Shape 1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5" name="Shape 2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6" name="Text 3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역삼동 테헤란로 코너 200억대 신축부지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부동산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584448"/>
            <a:ext cx="1389888" cy="310896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3584448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부동산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066544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3" name="Text 10"/>
          <p:cNvSpPr/>
          <p:nvPr/>
        </p:nvSpPr>
        <p:spPr>
          <a:xfrm>
            <a:off x="2066544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210억대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977024"/>
          </a:solidFill>
          <a:ln w="12700">
            <a:solidFill>
              <a:srgbClr val="B98A2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210억대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66928" y="7863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PRIME PARTNERS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김수석 자산관리위원  |  CREDEAL PRIME PARTNERS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CRE-2026-DEV-04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주요 전경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234440"/>
            <a:ext cx="5464912" cy="22905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외관</a:t>
            </a:r>
            <a:endParaRPr lang="en-US" sz="8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59856" y="1234440"/>
            <a:ext cx="5464912" cy="229057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233008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6233008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실내 공간</a:t>
            </a:r>
            <a:endParaRPr lang="en-US" sz="8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6928" y="3653028"/>
            <a:ext cx="5464912" cy="229057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40080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4" name="Text 9"/>
          <p:cNvSpPr/>
          <p:nvPr/>
        </p:nvSpPr>
        <p:spPr>
          <a:xfrm>
            <a:off x="640080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실내 공간</a:t>
            </a:r>
            <a:endParaRPr lang="en-US" sz="8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59856" y="3653028"/>
            <a:ext cx="5464912" cy="229057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233008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7" name="Text 11"/>
          <p:cNvSpPr/>
          <p:nvPr/>
        </p:nvSpPr>
        <p:spPr>
          <a:xfrm>
            <a:off x="6233008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1층 로비</a:t>
            </a:r>
            <a:endParaRPr lang="en-US" sz="800" dirty="0"/>
          </a:p>
        </p:txBody>
      </p:sp>
      <p:sp>
        <p:nvSpPr>
          <p:cNvPr id="18" name="Text 1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CRE-2026-DEV-04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지표 요약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210.0억원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7710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170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 / 연면적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54170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125.8평 / 195.4평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8728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188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담보대출 승계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188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120.0억원 (4.4%)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997467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62059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준공년도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62059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1988년 준공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66928" y="283464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96265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특성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31520" y="314553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강남구 역세권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CRE-2026-DEV-04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입지, 투자할 만한 곳인가?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 및 도로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지하철 접근성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지하철역 도보 4분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053328" y="224028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240280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 접면 조건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170475" y="2240280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대로변 접면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053328" y="267919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679192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차량 진출입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170475" y="2679192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경부고속도로 서초IC 및 테헤란로 3분 내 진입 가능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053328" y="311810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3118104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배후 수요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170475" y="3118104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 테헤란로 IT밸리 및 서초 법조타운 오피스 상주인구 30만 배후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053328" y="355701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557016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의료 상권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170475" y="3557016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1층 약국 및 상층부 안과·피부과 전문의원 집적 의료 특화 상권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CRE-2026-DEV-04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646㎡ (195.4평)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416㎡ (125.8평)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제3종일반주거지역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BEE3F8"/>
          </a:solidFill>
          <a:ln/>
        </p:spPr>
      </p:sp>
      <p:sp>
        <p:nvSpPr>
          <p:cNvPr id="17" name="Shape 15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8" name="Text 16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및 건물 분석 포인트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서초대로 25m 메인 도로변 우수한 가시성 확보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제3종일반주거지역 법정 용적률 완비 자산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침대용 승강기 완비로 병의원 입점 최적화 구조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BEE3F8"/>
          </a:solidFill>
          <a:ln/>
        </p:spPr>
      </p:sp>
      <p:sp>
        <p:nvSpPr>
          <p:cNvPr id="21" name="Shape 19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2" name="Text 20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실사 및 관리 상태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2017년 준공 신축급 상태로 누수·균열 0건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단독 법인 소유로 권리관계 투명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1금융권 담보대출 85억 원 승계 적격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CRE-2026-DEV-04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신축/개발 사업수지와 수익성은?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사업수지 및 개발 타당성 분석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매입비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희망가 기준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사업비 내 비중 산출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추정 신축 공사비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평당 공사비 산정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연면적 기준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총 사업비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토지비 + 공사비 + 금융/기타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투자금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개발 이익률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15% ~ 25% 수준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상황 연동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EEBC8"/>
          </a:solidFill>
          <a:ln/>
        </p:spPr>
      </p:sp>
      <p:sp>
        <p:nvSpPr>
          <p:cNvPr id="25" name="Shape 23"/>
          <p:cNvSpPr/>
          <p:nvPr/>
        </p:nvSpPr>
        <p:spPr>
          <a:xfrm>
            <a:off x="7784287" y="6729984"/>
            <a:ext cx="36576" cy="987552"/>
          </a:xfrm>
          <a:prstGeom prst="rect">
            <a:avLst/>
          </a:prstGeom>
          <a:solidFill>
            <a:srgbClr val="9C4221"/>
          </a:solidFill>
          <a:ln/>
        </p:spPr>
      </p:sp>
      <p:sp>
        <p:nvSpPr>
          <p:cNvPr id="26" name="Text 24"/>
          <p:cNvSpPr/>
          <p:nvPr/>
        </p:nvSpPr>
        <p:spPr>
          <a:xfrm>
            <a:off x="7967167" y="67848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967167" y="7004304"/>
            <a:ext cx="35112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공사비 및 분양가 변동에 따라 최종 수익률이 달라질 수 있습니다.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CRE-2026-DEV-04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숨은 리스크는 없는가?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3503066" cy="3611880"/>
          </a:xfrm>
          <a:prstGeom prst="roundRect">
            <a:avLst>
              <a:gd name="adj" fmla="val 156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17320"/>
            <a:ext cx="3503066" cy="4572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물리적 하드웨어 실사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29384"/>
            <a:ext cx="30458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정밀안전 A등급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5528" y="2313432"/>
            <a:ext cx="304586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상태: 2017년 준공 신축급 건물로 누수·균열 결함 0건 (정밀안전진단 A등급)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승강기 및 설비: 15인승 침대용 승강기 완비 및 중앙/개별 냉난방 설비 양호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 시설: 18대 전용 주차장 완비로 병의원 내원 환자 주차 민원 제로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44314" y="1417320"/>
            <a:ext cx="3503066" cy="3611880"/>
          </a:xfrm>
          <a:prstGeom prst="roundRect">
            <a:avLst>
              <a:gd name="adj" fmla="val 156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4314" y="1417320"/>
            <a:ext cx="3503066" cy="4572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914" y="1618488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테넌트 및 임대차 권리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914" y="1929384"/>
            <a:ext cx="30458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안정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914" y="2313432"/>
            <a:ext cx="304586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 리스크 극소: 1층 약국 및 상층부 병의원 인테리어 투자비(호실당 5억 이상)로 장기 존속 확정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 안정성: 평균 잔여 임대기간 WALE 3.5년 확보 및 임대료 연체 이력 0건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리스크: 전층 정상 임대차 상태로 분쟁 및 소송 이력 없음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21701" y="1417320"/>
            <a:ext cx="3503066" cy="3611880"/>
          </a:xfrm>
          <a:prstGeom prst="roundRect">
            <a:avLst>
              <a:gd name="adj" fmla="val 156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21701" y="1417320"/>
            <a:ext cx="3503066" cy="4572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8" name="Text 16"/>
          <p:cNvSpPr/>
          <p:nvPr/>
        </p:nvSpPr>
        <p:spPr>
          <a:xfrm>
            <a:off x="8350301" y="1618488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권리관계 및 금융 구조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50301" y="1929384"/>
            <a:ext cx="30458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권리관계 투명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50301" y="2313432"/>
            <a:ext cx="304586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소유권 상태: 단독 법인 소유로 권리관계 100% 투명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제한물권: 근저당권 외 가압류/가처분 일체 없음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대출 승계: 기존 담보대출 85억원(연 4.1%) 1금융권 승계 심사 적격 판정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5193792"/>
            <a:ext cx="11057839" cy="621792"/>
          </a:xfrm>
          <a:prstGeom prst="roundRect">
            <a:avLst>
              <a:gd name="adj" fmla="val 882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" y="5193792"/>
            <a:ext cx="10600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양호 | 세부 계약서 및 등기사항증명서는 LOI 접수 후 원본 열람 가능합니다.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CRE-2026-DEV-04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C2433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PRIME PARTNERS · CRE-2026-DEV-04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CRE-2026-DEV-04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2026-08-16T01:04:42Z</dcterms:created>
  <dcterms:modified xsi:type="dcterms:W3CDTF">2026-08-16T01:04:42Z</dcterms:modified>
</cp:coreProperties>
</file>