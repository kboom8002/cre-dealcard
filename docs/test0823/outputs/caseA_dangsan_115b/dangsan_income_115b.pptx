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역세권 메디컬 근생빌딩 투자설명서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(메디컬빌딩)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2414016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(메디컬빌딩)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90672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3090672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정현우 수석팀장  |  제이에스부동산중개법인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61억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153.31평 (506.8㎡)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435.95평 (1,441.15㎡) (건축물대장 오기 1,141.15㎡ 정정 확인 완료)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5층 (자주식 주차 8대, 승강기 1대)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더블역세권 및 탄탄한 아파트 배후 상권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당산역(2호선·9호선) 도보 5분 거리, 올림픽대로 및 국회대로 진출입 용이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1만 세대 이상 대단지 아파트 밀집 지역으로 생활 밀착형 수요 풍부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특성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영등포구청 및 여의도 업무지구 배후 주거·상업 복합 상권으로 주 7일 안정적 유동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 완화 수혜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준공업지역 제도 개선(2024.10)에 따른 용적률 상향 잠재력 확보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당산동5가 11-47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153.31평 (506.8㎡)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435.95평 (1,441.15㎡) (건축물대장 오기 1,141.15㎡ 정정 확인 완료)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 (자주식 주차 8대, 승강기 1대)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2002년 (유지 관리 컨디션 양호)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기준 221.8% / 전체 284.4%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조건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115.0억 원 (토지 평당 7,501만 원)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메디컬/근생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완비 및 자주식 주차 공간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공법상 잔여 용적률 활용 가치 상승 잠재력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2억 9,000만 원  월 임대료 총액: 1,946만 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공실 현황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0.0% (전 층 만실 운영 중)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주요 임차인 구성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고은약국 (보증금 5,000만 / 월세 350만)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55264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- 1F·2F·5F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8907" y="3255264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로뎀나무내과 (보증금 1억 / 월세 750만)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5760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- 3F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8907" y="365760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헬스장 (보증금 5,000만 / 월세 366만)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05993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5993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- 4F(401호)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8907" y="405993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국제와인 (보증금 4,000만 / 월세 260만)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46227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46227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갱신요구권 7년 잔여 → 법정 5% 상한 적용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68907" y="446227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273만 원 (시세 306만 불가)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86460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86460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B1F / 4F 일부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68907" y="486460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 자가 사용 (임대 전환 시 월 602만 원 즉시 증대)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임대료 정상화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11년 미인상 임대료 정상화 시 47% 수익성 개선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Rate)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2.08% (연간 실질 임대수입 2억 3,352만 원)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정상화 시뮬레이션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401호 법정 상한 규제 반영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갱신요구권(7년 잔여)으로 인해 시세 대신 법정 5% 상한(273만 원) 적용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정상화 후 예상 연 순수익률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2.99% (실투자금 기준 3.09%)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리스크 및 점검 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C19 면적 오기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합계 1,441.15㎡ vs 대장 1,141.15㎡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300㎡ 단순 오기 건축물대장 정정 신청 완료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821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6681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C32 공동담보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6681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호실별 근저당 분할 기재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681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공동담보 2그룹으로 실제 담보 총액 16억 확인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9509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9509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9509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38109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구분소유 매각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8109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형제 2인 층별 구분등기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38109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 2인 전체 매각 동의서 징구 완료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메디컬 안정형 빌딩 3대 핵심 가치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의료시설 앵커 테넌트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내과·약국 11년 장기 임차로 공실 리스크 극소화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밸류애드 여력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11년간 동결된 임대료 정상화를 통한 즉각적인 현금흐름 47% 증대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23" name="Text 21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 규제 완화 수혜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준공업지역 제도 개선에 따른 용적률 상향 잠재력 확보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매각 진행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비밀유지협약(NDA) 체결 및 세부 임대차 계약서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구분소유자 2인 매매계약 체결 및 임대차 승계 확인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임대차 정상화 로드맵 착수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2026-08-23T11:47:04Z</dcterms:created>
  <dcterms:modified xsi:type="dcterms:W3CDTF">2026-08-23T11:47:04Z</dcterms:modified>
</cp:coreProperties>
</file>