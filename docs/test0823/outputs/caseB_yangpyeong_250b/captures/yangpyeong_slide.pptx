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0" y="5029200"/>
            <a:ext cx="4419295" cy="1097280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초역세권 신축급 오피스빌딩 투자설명서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 (사무용빌딩)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" y="3584448"/>
            <a:ext cx="2121408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358444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 (사무용빌딩)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98064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2" name="Text 9"/>
          <p:cNvSpPr/>
          <p:nvPr/>
        </p:nvSpPr>
        <p:spPr>
          <a:xfrm>
            <a:off x="2798064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250억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4F6A00"/>
          </a:solidFill>
          <a:ln w="12700">
            <a:solidFill>
              <a:srgbClr val="6B8E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250억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프라임에셋 중개법인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김태진 본부장  |  프라임에셋 중개법인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250.0억 원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실투자금(내 돈)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135억 원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순수익률(Cap Rate)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2.41%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자기자본수익률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2.85%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66928" y="34290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375818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" y="386791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38679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07008" y="383133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대지면적: 156.91평 (518.7㎡, 3필지 합산)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45312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" y="456285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45628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07008" y="452628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연면적: 753.49평 (2,490.88㎡, 지상 2,068.60㎡)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5148072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" y="5257800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" y="52578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07008" y="5221224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건축규모: 지하 1층 ~ 지상 10층 (EV 1대, 옥외 1대+기계식 22대)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상권 분석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9호선 선유도역 초역세권 및 올림픽대로 직결 입지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9호선 선유도역 4번 출구 도보 1분(100m 이내), 여의도·강남 급행 접근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여의도 금융업무지구 및 마곡 R&amp;D 밸리 배후 오피스 수요 풍부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도로망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올림픽대로, 서부간선도로, 양화대교 직결 광역 교통망 구축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개요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영등포구 양평동4가 117 외 2필지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156.91평 (518.7㎡, 3필지 합산)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753.49평 (2,490.88㎡, 지상 2,068.60㎡)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10층 (EV 1대, 옥외 1대+기계식 22대)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준공연도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9월 (신축급 내외관 컨디션)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용적률 현황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지상 기준 398.8% (준공업지역 법정 상한 400% 근접)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조건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매매희망가 250.0억 원 (토지 평당 1억 5,923만 원)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DBEAFE"/>
          </a:solidFill>
          <a:ln/>
        </p:spPr>
      </p:sp>
      <p:sp>
        <p:nvSpPr>
          <p:cNvPr id="26" name="Shape 23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4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우량 메디컬/근생 테넌트 직영 만실 운영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 완비 및 자주식 주차 공간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공법상 잔여 용적률 활용 가치 상승 잠재력</a:t>
            </a:r>
            <a:endParaRPr lang="en-US" sz="930" dirty="0"/>
          </a:p>
        </p:txBody>
      </p:sp>
      <p:sp>
        <p:nvSpPr>
          <p:cNvPr id="29" name="Text 2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(Rent Roll)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645920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보증금 총액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68907" y="1645920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5억 3,500만 원  월 임대료 총액: 5,017만 원 (관리비 648만 원)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048256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공실 현황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68907" y="2048256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17.0% (지하 1층 127.7평 공실, 지상 1~10층 만실)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2450592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450592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주요 임차인 구성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68907" y="2450592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852928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852928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- 1F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68907" y="2852928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스타벅스 선유도역점 (55평 장기 임차)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3255264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255264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- 2F~10F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68907" y="3255264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 스타트업, 디자인, 회계법인 등 9개 호실 업무시설 만실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" y="3657600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657600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B1F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68907" y="3657600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(127.7평 리스업 시 월 638만 원 추가 임대수익 확보 가능)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" y="4059936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059936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법적 규제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68907" y="4059936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11개 호실 전원 환산보증금 9억 이하 (상임법 5% 상한 전면 적용)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Profit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수익성 및 밸류애드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초안정 임대수익 &amp; 지하 1층 리스업 밸류애드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연 순수익률 (Cap Rate)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2.41% (실투자금 기준 2.46%)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공실 해소 시나리오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7233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66928" y="3410712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3465576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520440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" y="3739896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입지 경쟁력과 견고한 펀더멘털을 바탕으로 안정적인 현금흐름 창출과 중장기 자산 가치 상승을 동시에 실현할 수 있는 우량 투자 기회입니다.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리스크 및 점검 사항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3515258" cy="36576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3515258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3515258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증축 제약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 용적률 398.8% (상한 400%)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305805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증축 불가하나 신축급으로 리모델링 불필요, 초안정 서사 전환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38218" y="1417320"/>
            <a:ext cx="3515258" cy="36576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38218" y="1417320"/>
            <a:ext cx="3515258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38218" y="1417320"/>
            <a:ext cx="3515258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66818" y="1618488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임대료 인상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66818" y="19476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11호실 전원 상임법 5% 상한 적용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66818" y="2377440"/>
            <a:ext cx="305805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갱신 시 5% 상한 범위 내 안정적 인상 계획 수립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09509" y="1417320"/>
            <a:ext cx="3515258" cy="36576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9509" y="1417320"/>
            <a:ext cx="3515258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9509" y="1417320"/>
            <a:ext cx="3515258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0" name="Text 18"/>
          <p:cNvSpPr/>
          <p:nvPr/>
        </p:nvSpPr>
        <p:spPr>
          <a:xfrm>
            <a:off x="8338109" y="1618488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기계식 주차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38109" y="19476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22대 기계식 주차 타워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38109" y="2377440"/>
            <a:ext cx="305805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 유지보수 계약 체결 및 SUV 진입 가능 규격 확인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5193792"/>
            <a:ext cx="11057839" cy="62179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5193792"/>
            <a:ext cx="11057839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86384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초역세권 신축급 랜드마크 4대 강점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8132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9844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초역세권 희소 입지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9호선 선유도역 도보 1분 대로변 가시성 최고 자산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586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5868" y="148132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648446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8446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8738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신축급 무결점 컨디션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8446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준공으로 추가 자본적 지출(CapEx) 제로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33298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52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9844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스타벅스 앵커 테넌트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552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1위 F&amp;B 브랜드 1층 입점으로 건물 가치 보장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5586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55868" y="333298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7" name="Text 25"/>
          <p:cNvSpPr/>
          <p:nvPr/>
        </p:nvSpPr>
        <p:spPr>
          <a:xfrm>
            <a:off x="648446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8738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명확한 현금흐름 밸류애드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8446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리스업을 통한 확정적 수익률 2.71% 개선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8F5CC"/>
          </a:solidFill>
          <a:ln w="10160">
            <a:solidFill>
              <a:srgbClr val="A3D9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권역 입지 경쟁력과 견고한 펀더멘털을 기반으로 중장기 자산 가치 상승 및 안정적인 현금흐름을 동시에 실현할 수 있는 전략적 투자 기회입니다.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매각 진행 일정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44210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매수의향서(LOI) 및 비밀유지협약(NDA) 체결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00474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4794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4794" y="1572768"/>
            <a:ext cx="344210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94250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94250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94250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4250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계약서 전수 실사 및 시설 현장 점검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08341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2661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2661" y="1572768"/>
            <a:ext cx="344210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1" name="Shape 19"/>
          <p:cNvSpPr/>
          <p:nvPr/>
        </p:nvSpPr>
        <p:spPr>
          <a:xfrm>
            <a:off x="8402117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2" name="Text 20"/>
          <p:cNvSpPr/>
          <p:nvPr/>
        </p:nvSpPr>
        <p:spPr>
          <a:xfrm>
            <a:off x="8402117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02117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02117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및 소유권 이전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프라임에셋 중개법인 ·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2026-08-23T11:47:11Z</dcterms:created>
  <dcterms:modified xsi:type="dcterms:W3CDTF">2026-08-23T11:47:11Z</dcterms:modified>
</cp:coreProperties>
</file>