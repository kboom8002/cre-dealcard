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신축급 오피스빌딩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(사무용빌딩)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9806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279806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프라임에셋 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김태진 본부장  |  프라임에셋 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135억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(518.7㎡, 3필지 합산)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753.49평 (2,490.88㎡, 지상 2,068.60㎡)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(EV 1대, 옥외 1대+기계식 22대)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초역세권 및 올림픽대로 직결 입지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4번 출구 도보 1분(100m 이내), 여의도·강남 급행 접근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 금융업무지구 및 마곡 R&amp;D 밸리 배후 오피스 수요 풍부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직결 광역 교통망 구축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 외 2필지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(518.7㎡, 3필지 합산)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753.49평 (2,490.88㎡, 지상 2,068.60㎡)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(EV 1대, 옥외 1대+기계식 22대)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 (신축급 내외관 컨디션)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기준 398.8% (준공업지역 법정 상한 400% 근접)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조건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250.0억 원 (토지 평당 1억 5,923만 원)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 월 임대료 총액: 5,017만 원 (관리비 648만 원)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 공실, 지상 1~10층 만실)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주요 임차인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스타벅스 선유도역점 (55평 장기 임차)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- 2F~10F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스타트업, 디자인, 회계법인 등 9개 호실 업무시설 만실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B1F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(127.7평 리스업 시 월 638만 원 추가 임대수익 확보 가능)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법적 규제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 (상임법 5% 상한 전면 적용)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밸류애드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초안정 임대수익 &amp; 지하 1층 리스업 밸류애드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공실 해소 시나리오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리스크 및 점검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증축 제약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용적률 398.8% (상한 400%)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증축 불가하나 신축급으로 리모델링 불필요, 초안정 서사 전환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인상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11호실 전원 상임법 5% 상한 적용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 시 5% 상한 범위 내 안정적 인상 계획 수립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22대 기계식 주차 타워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유지보수 계약 체결 및 SUV 진입 가능 규격 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신축급 랜드마크 4대 강점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희소 입지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도보 1분 대로변 가시성 최고 자산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신축급 무결점 컨디션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준공으로 추가 자본적 지출(CapEx) 제로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스타벅스 앵커 테넌트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1위 F&amp;B 브랜드 1층 입점으로 건물 가치 보장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현금흐름 밸류애드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리스업을 통한 확정적 수익률 2.71% 개선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및 비밀유지협약(NDA) 체결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계약서 전수 실사 및 시설 현장 점검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소유권 이전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프라임에셋 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2026-08-23T12:47:23Z</dcterms:created>
  <dcterms:modified xsi:type="dcterms:W3CDTF">2026-08-23T12:47:23Z</dcterms:modified>
</cp:coreProperties>
</file>