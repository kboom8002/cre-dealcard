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275320" y="0"/>
            <a:ext cx="1417320" cy="4041648"/>
          </a:xfrm>
          <a:prstGeom prst="rect">
            <a:avLst/>
          </a:prstGeom>
          <a:solidFill>
            <a:srgbClr val="1A2030"/>
          </a:solidFill>
          <a:ln/>
        </p:spPr>
      </p:sp>
      <p:sp>
        <p:nvSpPr>
          <p:cNvPr id="4" name="Shape 1"/>
          <p:cNvSpPr/>
          <p:nvPr/>
        </p:nvSpPr>
        <p:spPr>
          <a:xfrm>
            <a:off x="9784080" y="868680"/>
            <a:ext cx="1143000" cy="3172968"/>
          </a:xfrm>
          <a:prstGeom prst="rect">
            <a:avLst/>
          </a:prstGeom>
          <a:solidFill>
            <a:srgbClr val="161D2B"/>
          </a:solidFill>
          <a:ln/>
        </p:spPr>
      </p:sp>
      <p:sp>
        <p:nvSpPr>
          <p:cNvPr id="5" name="Shape 2"/>
          <p:cNvSpPr/>
          <p:nvPr/>
        </p:nvSpPr>
        <p:spPr>
          <a:xfrm>
            <a:off x="11018520" y="1691640"/>
            <a:ext cx="1170432" cy="2350008"/>
          </a:xfrm>
          <a:prstGeom prst="rect">
            <a:avLst/>
          </a:prstGeom>
          <a:solidFill>
            <a:srgbClr val="2E2718"/>
          </a:solidFill>
          <a:ln/>
        </p:spPr>
      </p:sp>
      <p:sp>
        <p:nvSpPr>
          <p:cNvPr id="6" name="Text 3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잠원동 신축개발 242억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근생빌딩 (신축부지)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66928" y="3584448"/>
            <a:ext cx="1975104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1" name="Text 8"/>
          <p:cNvSpPr/>
          <p:nvPr/>
        </p:nvSpPr>
        <p:spPr>
          <a:xfrm>
            <a:off x="566928" y="3584448"/>
            <a:ext cx="19751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근생빌딩 (신축부지)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65176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2D3748"/>
          </a:solidFill>
          <a:ln/>
        </p:spPr>
      </p:sp>
      <p:sp>
        <p:nvSpPr>
          <p:cNvPr id="13" name="Text 10"/>
          <p:cNvSpPr/>
          <p:nvPr/>
        </p:nvSpPr>
        <p:spPr>
          <a:xfrm>
            <a:off x="265176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977024"/>
          </a:solidFill>
          <a:ln w="12700">
            <a:solidFill>
              <a:srgbClr val="B98A2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Exterior &amp; Context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 및 입지 전경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234440"/>
            <a:ext cx="11057839" cy="4709160"/>
          </a:xfrm>
          <a:prstGeom prst="roundRect">
            <a:avLst>
              <a:gd name="adj" fmla="val 116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11057839" cy="4709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40080"/>
            <a:ext cx="1049091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지표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매각 희망가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73152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242억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등급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54170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소재지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51880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신사·잠원권역 (신사역)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7FAFC"/>
          </a:solidFill>
          <a:ln w="6350">
            <a:solidFill>
              <a:srgbClr val="CBD5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자산유형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62059" y="1682496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근생빌딩 (신축부지)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97702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가치: 해당 권역 소재 자산으로 중장기 자산 가치 및 안정적 수요 검토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4453128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6656" y="4562856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" y="4562856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07008" y="4526280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 구조: 적정가 수준의 가격대 및 현 임대차 기반의 현금흐름 분석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566928" y="5148072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6656" y="5257800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F3EBDA"/>
          </a:solidFill>
          <a:ln w="6350">
            <a:solidFill>
              <a:srgbClr val="D9B66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6656" y="5257800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770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207008" y="5221224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0161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실사 점검: 계약서 및 공부 확인을 통한 권리관계·물리적 상태 정밀 진단</a:t>
            </a: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6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457200"/>
            <a:ext cx="384048" cy="384048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457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133856" y="457200"/>
            <a:ext cx="10490911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Closing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133856" y="658368"/>
            <a:ext cx="10490911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7" name="Shape 5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8" name="Text 6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3" name="Shape 11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14" name="Text 12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B98A2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2D3748"/>
          </a:solidFill>
          <a:ln/>
        </p:spPr>
      </p:sp>
      <p:sp>
        <p:nvSpPr>
          <p:cNvPr id="19" name="Shape 17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B98A2E"/>
          </a:solidFill>
          <a:ln/>
        </p:spPr>
      </p:sp>
      <p:sp>
        <p:nvSpPr>
          <p:cNvPr id="20" name="Text 18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5" name="Text 23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28" name="Text 26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1" name="Text 29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4" name="Text 32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2D3748"/>
          </a:solidFill>
          <a:ln/>
        </p:spPr>
      </p:sp>
      <p:sp>
        <p:nvSpPr>
          <p:cNvPr id="37" name="Text 35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C2433"/>
          </a:solidFill>
          <a:ln/>
        </p:spPr>
      </p:sp>
      <p:sp>
        <p:nvSpPr>
          <p:cNvPr id="41" name="Text 39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850" dirty="0">
                <a:solidFill>
                  <a:srgbClr val="A0AEC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977024"/>
          </a:solidFill>
          <a:ln/>
        </p:spPr>
      </p:sp>
      <p:sp>
        <p:nvSpPr>
          <p:cNvPr id="43" name="Text 41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3EBD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566928" y="6382512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1809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 |   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10710367" y="63825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8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2026-08-23T22:32:46Z</dcterms:created>
  <dcterms:modified xsi:type="dcterms:W3CDTF">2026-08-23T22:32:46Z</dcterms:modified>
</cp:coreProperties>
</file>