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구리 수택동 나대지 89억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나대지 (복합개발)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584448"/>
            <a:ext cx="182880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58444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나대지 (복합개발)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05456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2505456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89억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89억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매각 희망가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89억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구리역권 (구리역)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자산유형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나대지 (복합개발)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" y="34290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75818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" y="386791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38679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07008" y="383133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해당 권역 소재 자산으로 중장기 자산 가치 및 안정적 수요 검토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445312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" y="456285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45628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07008" y="452628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구조: 적정가 수준의 가격대 및 현 임대차 기반의 현금흐름 분석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148072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525780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52578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5221224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점검: 계약서 및 공부 확인을 통한 권리관계·물리적 상태 정밀 진단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2026-08-23T22:34:29Z</dcterms:created>
  <dcterms:modified xsi:type="dcterms:W3CDTF">2026-08-23T22:34:29Z</dcterms:modified>
</cp:coreProperties>
</file>