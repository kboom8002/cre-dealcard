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메디컬 근생빌딩 115억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9067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당산권역 (당산역)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2026-08-23T23:01:08Z</dcterms:created>
  <dcterms:modified xsi:type="dcterms:W3CDTF">2026-08-23T23:01:08Z</dcterms:modified>
</cp:coreProperties>
</file>