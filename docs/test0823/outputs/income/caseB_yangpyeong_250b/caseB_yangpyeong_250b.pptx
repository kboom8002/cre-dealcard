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업무시설 250억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양평권역 (선유도역)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2026-08-23T23:03:56Z</dcterms:created>
  <dcterms:modified xsi:type="dcterms:W3CDTF">2026-08-23T23:03:56Z</dcterms:modified>
</cp:coreProperties>
</file>