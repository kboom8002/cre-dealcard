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4" name="Shape 1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5" name="Shape 2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6" name="Text 3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에이치에비뉴호텔 이대점 300억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비즈니스호텔 (위탁운영)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584448"/>
            <a:ext cx="2267712" cy="310896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3584448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비즈니스호텔 (위탁운영)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944368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3" name="Text 10"/>
          <p:cNvSpPr/>
          <p:nvPr/>
        </p:nvSpPr>
        <p:spPr>
          <a:xfrm>
            <a:off x="2944368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300억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977024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300억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Exterior &amp; Context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외관 및 입지 전경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234440"/>
            <a:ext cx="11057839" cy="4709160"/>
          </a:xfrm>
          <a:prstGeom prst="roundRect">
            <a:avLst>
              <a:gd name="adj" fmla="val 116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234440"/>
            <a:ext cx="11057839" cy="4709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외관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매각 희망가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300억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7710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170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4170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8728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188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소재지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188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이대·신촌 대학가 (이대역)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997467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62059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자산유형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62059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비즈니스호텔 (위탁운영)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66928" y="34290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3758184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" y="3867912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38679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07008" y="3831336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가치: 해당 권역 소재 자산으로 중장기 자산 가치 및 안정적 수요 검토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4453128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" y="4562856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" y="456285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07008" y="4526280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구조: 적정가 수준의 가격대 및 현 임대차 기반의 현금흐름 분석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5148072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" y="5257800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" y="52578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07008" y="5221224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점검: 계약서 및 공부 확인을 통한 권리관계·물리적 상태 정밀 진단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C2433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자료의 모든 수치는 예비 검토용이며, 상세 실사 자료 및 비밀 상담은 담당 전문 중개사를 통해 제공됩니다.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2026-08-23T22:36:04Z</dcterms:created>
  <dcterms:modified xsi:type="dcterms:W3CDTF">2026-08-23T22:36:04Z</dcterms:modified>
</cp:coreProperties>
</file>