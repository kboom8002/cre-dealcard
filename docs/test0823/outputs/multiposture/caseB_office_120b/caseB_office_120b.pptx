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역삼동 사옥 120억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 (사옥)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1682496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58444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 (사옥)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59152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2359152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120억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120억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역삼역 강남업무권역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자산유형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 (사옥)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해당 권역 소재 자산으로 중장기 자산 가치 및 안정적 수요 검토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45312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456285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45628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07008" y="452628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구조: 적정가 수준의 가격대 및 현 임대차 기반의 현금흐름 분석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14807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525780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5257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522122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점검: 계약서 및 공부 확인을 통한 권리관계·물리적 상태 정밀 진단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2026-08-23T22:37:24Z</dcterms:created>
  <dcterms:modified xsi:type="dcterms:W3CDTF">2026-08-23T22:37:24Z</dcterms:modified>
</cp:coreProperties>
</file>