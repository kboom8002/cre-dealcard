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[임차인 업종 정보로 대체됨]의 보증금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2026-08-12T16:13:48Z</dcterms:created>
  <dcterms:modified xsi:type="dcterms:W3CDTF">2026-08-12T16:13:48Z</dcterms:modified>
</cp:coreProperties>
</file>