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C8FF0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C8FF0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나대지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기존 건물의 물리적 제약이나 임차 운영 구조에 얽매이지 않는 나대지로, 투자자의 개발 콘셉트와 사업 타이밍에 맞춰 가치를 새롭게 설계할 수 있는 토지형 자산입니다. 🏗 철거·명도·노후 시설 개선 부담을 전제로 하지 않는 출발점이라는 점은 개발기간, 초기 투자비 및 실행 리스크를 정교하게 통제할 수 있는 핵심 잠재력입니다.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수익률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공실률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66928" y="411480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16966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22452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44398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현재 제공 자료에는 소재지, 토지면적, 용도지역 및 건축 관련 공적 규제 정보가 포함되어 있지 않습니다. 사업성 검토 전 토지이용계획확인원, 등기부, 지적도 및 개별 법규 확인이 필요합니다.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2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Feasibility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🏗️ 신축/개발 사업수지와 수익성은?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5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나대지로서 용도지역·지구, 지목, 도로 접면 및 건축 가능 여부, 건폐율·용적률, 높이·주차·경관·재해 관련 규제 등 개발의 기본 전제가 제공 자료상 확인되지 않았으므로, 토지이용계획확인서·지적도·토지대장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&gt; 본 내용은 제한된 제공 자료에 근거한 예비 검토이며, 개발 가능성·인허가 취득·사업비·수익성을 보장하지 않습니다. 최종 투자 및 계약 전 관할 관청 확인, 등기·토지 현황 실사 및 법률·건축·토목·세무 전문가 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5047488"/>
            <a:ext cx="11057839" cy="36576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내용은 제한된 제공 자료에 근거한 예비 검토이며, 개발 가능성·인허가 취득·사업비·수익성을 보장하지 않습니다. 최종 투자 및 계약 전 관할 관청 확인, 등기·토지 현황 실사 및 법률·건축·토목·세무 전문가 자문이 필요합니다.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6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7922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414016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4140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35915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4140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2980944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98094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29260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298094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547872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5478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49300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54787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114800"/>
            <a:ext cx="141732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1148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0599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114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IM-EE31C9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IM-EE31C9  ·  7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2026-08-12T16:13:51Z</dcterms:created>
  <dcterms:modified xsi:type="dcterms:W3CDTF">2026-08-12T16:13:51Z</dcterms:modified>
</cp:coreProperties>
</file>