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C8FF00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C8FF00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7" name="Shape 5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입지 사무용빌딩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IM-0C054D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IM-0C054D  ·  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자산은 사무용빌딩으로, 임차 수요의 핵심인 업무공간을 기반으로 안정적인 월 임대수익과 장기 현금흐름을 설계할 수 있는 실물자산입니다. 사무용 자산은 업종·[임차인 업종 정보로 대체됨] 구성이 가능한 만큼, 향후 임대차 구조와 공실 관리 전략을 정교화할 경우 수익의 안정성과 임대수익 극대화를 동시에 추구할 수 있는 기반을 갖추고 있습니다.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7710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170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수익률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4170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8728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188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5188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997467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62059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공실률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62059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IM-0C054D  ·  2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📍 이 입지, 투자할 만한 곳인가?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IM-0C054D  ·  3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이 빌딩, 어떤 자산인가?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개요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IM-0C054D  ·  4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Rent Roll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임대 현황과 공실, 실제로 어떤가?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22128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 **임대차 상세 현황 자료가 아직 확보되지 않았습니다.**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6692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542032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 임대차 상세 현황 자료가 아직 확보되지 않았습니다.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2542032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[인명 비공개]게 문의하시면 임대 현황 자료를 제공해 드립니다.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IM-0C054D  ·  5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숨은 리스크는 없는가?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🔵 준공연도 확인 권장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4314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4" name="Shape 12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🔵 석면 조사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 시기 자재 확인 권장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21701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21701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0" name="Shape 18"/>
          <p:cNvSpPr/>
          <p:nvPr/>
        </p:nvSpPr>
        <p:spPr>
          <a:xfrm>
            <a:off x="8121701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1" name="Text 19"/>
          <p:cNvSpPr/>
          <p:nvPr/>
        </p:nvSpPr>
        <p:spPr>
          <a:xfrm>
            <a:off x="8304581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🔵 용도지역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04581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필요 / 중복지구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04581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5047488"/>
            <a:ext cx="11057839" cy="89611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5047488"/>
            <a:ext cx="11057839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3036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🔶 우선 확인 | 🔵 일반 확인 | 공법 규제 세부 내용은 관할 관청 및 전문가 확인이 필요합니다.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IM-0C054D  ·  6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79222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414016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4140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3591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41401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2980944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98094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292608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298094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547872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54787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49300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54787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114800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114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05993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1148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IM-0C054D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IM-0C054D  ·  7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2026-08-12T16:13:52Z</dcterms:created>
  <dcterms:modified xsi:type="dcterms:W3CDTF">2026-08-12T16:13:52Z</dcterms:modified>
</cp:coreProperties>
</file>