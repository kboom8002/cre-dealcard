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Shape 1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당산동 근생빌딩 투자설명서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근생빌딩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근생빌딩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73936" y="3584448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1773936" y="358444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50억~100억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4224528"/>
            <a:ext cx="11057839" cy="1225296"/>
          </a:xfrm>
          <a:prstGeom prst="roundRect">
            <a:avLst>
              <a:gd name="adj" fmla="val 2985"/>
            </a:avLst>
          </a:prstGeom>
          <a:solidFill>
            <a:srgbClr val="A3D9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25696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50억~100억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중개법인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홍길동 팀장  |  크리딜 중개법인  |  UAT-P1_income_basic_B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UAT-P1_income_basic_B  ·  1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C8FF0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C8FF00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투자 지표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UAT-P1_income_basic_B  ·  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25071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60476" y="1481328"/>
            <a:ext cx="19500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53328" y="182880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1828800"/>
            <a:ext cx="25071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60476" y="1828800"/>
            <a:ext cx="19500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53328" y="217627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176272"/>
            <a:ext cx="25071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인프라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60476" y="2176272"/>
            <a:ext cx="19500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UAT-P1_income_basic_B  ·  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UAT-P1_income_basic_B  ·  4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UAT-P1_income_basic_B  ·  5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 항목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입력 후 자동 생성됩니다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4314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 항목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입력 후 자동 생성됩니다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1701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8304581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 항목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04581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04581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입력 후 자동 생성됩니다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UAT-P1_income_basic_B  ·  6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7922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42432" y="1847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414016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14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3591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42432" y="24140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980944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9809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29260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42432" y="29809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547872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5478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4930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42432" y="35478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114800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114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05993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42432" y="4114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중개법인 · UAT-P1_income_basic_B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UAT-P1_income_basic_B  ·  7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2026-08-11T10:02:30Z</dcterms:created>
  <dcterms:modified xsi:type="dcterms:W3CDTF">2026-08-11T10:02:30Z</dcterms:modified>
</cp:coreProperties>
</file>