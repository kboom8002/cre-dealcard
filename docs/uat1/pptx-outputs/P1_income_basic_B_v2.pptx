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당산동 근생빌딩 투자설명서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근생빌딩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근생빌딩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3584448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773936" y="358444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50억~100억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4224528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25696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50억~100억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 |  크리딜  |  UAT-P1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당산동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1,155㎡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지하1~지상5층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25071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60476" y="1481328"/>
            <a:ext cx="1950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 도보 3분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53328" y="182880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1828800"/>
            <a:ext cx="25071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60476" y="1828800"/>
            <a:ext cx="1950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당산로 전면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53328" y="2359152"/>
            <a:ext cx="5571439" cy="73152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6053328" y="2414016"/>
            <a:ext cx="36576" cy="6217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1"/>
          <p:cNvSpPr/>
          <p:nvPr/>
        </p:nvSpPr>
        <p:spPr>
          <a:xfrm>
            <a:off x="6236208" y="2468880"/>
            <a:ext cx="52422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36208" y="2688336"/>
            <a:ext cx="5242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역세권 핵심 상권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00784"/>
            <a:ext cx="3086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3028" y="1700784"/>
            <a:ext cx="2400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3086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3028" y="2048256"/>
            <a:ext cx="2400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당산동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95728"/>
            <a:ext cx="3086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3028" y="2395728"/>
            <a:ext cx="2400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1,155㎡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43200"/>
            <a:ext cx="3086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3028" y="2743200"/>
            <a:ext cx="2400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지하1~지상5층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0906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090672"/>
            <a:ext cx="3086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3028" y="3090672"/>
            <a:ext cx="2400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4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2211568"/>
                <a:gridCol w="2211568"/>
                <a:gridCol w="2211568"/>
                <a:gridCol w="2211568"/>
                <a:gridCol w="2211568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보증금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5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211568"/>
                <a:gridCol w="2211568"/>
                <a:gridCol w="2211568"/>
                <a:gridCol w="2211568"/>
                <a:gridCol w="2211568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보증금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금리리스크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고정금리 유지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임차인리스크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약국 장기계약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1701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준공 양호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04748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낮음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42432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42432" y="2414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42432" y="29809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42432" y="3547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4114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· UAT-P1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UAT-P1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2026-08-11T10:31:52Z</dcterms:created>
  <dcterms:modified xsi:type="dcterms:W3CDTF">2026-08-11T10:31:52Z</dcterms:modified>
</cp:coreProperties>
</file>