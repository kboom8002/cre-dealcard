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 근생빌딩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 |  크리딜  |  UAT-P1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수익률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1,155㎡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70475" y="148132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도보 3분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53328" y="182880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82880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70475" y="182880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당산로 전면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53328" y="2359152"/>
            <a:ext cx="5571439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414016"/>
            <a:ext cx="36576" cy="6217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2468880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688336"/>
            <a:ext cx="5242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핵심 상권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당산동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1,155㎡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지하1~지상5층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고정금리 유지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임차인리스크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장기계약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 준공 양호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낮음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· UAT-P1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2026-08-11T11:04:17Z</dcterms:created>
  <dcterms:modified xsi:type="dcterms:W3CDTF">2026-08-11T11:04:17Z</dcterms:modified>
</cp:coreProperties>
</file>