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팀장  |  크리딜 중개법인  |  UAT-P1_income_basic_D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UAT-P1_income_basic_D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소재 빌딩. 상세 정보 확인 중.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70억원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UAT-P1_income_basic_D  ·  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 · UAT-P1_income_basic_D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UAT-P1_income_basic_D  ·  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2026-08-11T11:04:26Z</dcterms:created>
  <dcterms:modified xsi:type="dcterms:W3CDTF">2026-08-11T11:04:26Z</dcterms:modified>
</cp:coreProperties>
</file>