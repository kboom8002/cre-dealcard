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사옥용 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사무용빌딩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사무용빌딩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100억~300억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100억~300억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팀장  |  크리딜 중개법인  |  UAT-P2_owner_occupied_basic_B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UAT-P2_owner_occupied_basic_B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3,960㎡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 (전층 공실)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서초구 서초동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826㎡ (250평)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3,960㎡ (1,200평)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188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지하2층~지상8층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62059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2015년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UAT-P2_owner_occupied_basic_B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교통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강남역 도보 7분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도로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접근 용이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 55%, 용적률 450%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 55%, 용적률 450%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UAT-P2_owner_occupied_basic_B  ·  3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상세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서초구 서초동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826㎡ (250평)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3,960㎡ (1,200평)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지하2층~지상8층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90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3090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2015년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4381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72968" y="3438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78561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72968" y="378561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UAT-P2_owner_occupied_basic_B  ·  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현황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면적(평)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지하1-2층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2-8층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UAT-P2_owner_occupied_basic_B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4813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 구성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면적(평)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지하1-2층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2-8층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2004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임차인 이전 완료. 전층 공실 상태.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리스크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자가사용 목적이므로 해당 없음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변동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 업무지구 안정적 시세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리모델링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인테리어 20억 내외 예상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UAT-P2_owner_occupied_basic_B  ·  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 · UAT-P2_owner_occupied_basic_B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UAT-P2_owner_occupied_basic_B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2026-08-11T11:04:26Z</dcterms:created>
  <dcterms:modified xsi:type="dcterms:W3CDTF">2026-08-11T11:04:26Z</dcterms:modified>
</cp:coreProperties>
</file>