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합정동 개발부지 투자설명서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나대지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나대지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73936" y="3584448"/>
            <a:ext cx="1682496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773936" y="358444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100억~200억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4224528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25696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100억~200억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중개법인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팀장  |  크리딜 중개법인  |  UAT-P3_development_basic_B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UAT-P3_development_basic_B  ·  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C8FF0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C8FF00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150억원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990㎡ (대지)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마포구 합정동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990㎡ (300평)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제2종일반주거지역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7710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170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4170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8728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188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5188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200%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997467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2059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62059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 노후 단독주택 (1975년 준공)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UAT-P3_development_basic_B  ·  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및 입지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합정역 도보 5분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환경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주거+상업 복합 개발 가능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신축 아파트 평당 4,500만원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신축 아파트 평당 4,500만원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UAT-P3_development_basic_B  ·  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상세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마포구 합정동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990㎡ (300평)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제2종일반주거지역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0906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906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72968" y="309067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34381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4381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72968" y="343814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 노후 단독주택 (1975년 준공)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UAT-P3_development_basic_B  ·  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계획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5528920"/>
                <a:gridCol w="5528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건축면적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594㎡ (180평)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연면적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1,980㎡ (600평)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층수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지하1층~지상6층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근린생활시설+다세대 복합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UAT-P3_development_basic_B  ·  5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48132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가능 규모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47088"/>
          <a:ext cx="11057839" cy="914400"/>
        </p:xfrm>
        <a:graphic>
          <a:graphicData uri="http://schemas.openxmlformats.org/drawingml/2006/table">
            <a:tbl>
              <a:tblPr/>
              <a:tblGrid>
                <a:gridCol w="5528920"/>
                <a:gridCol w="5528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건축면적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594㎡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(180평)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연면적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1,980㎡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(600평)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지하1층~지상6층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근린생활시설+다세대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인허가 리스크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제2종 일반주거지역 규제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철거 비용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건물 철거 약 2억원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1701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공사비 변동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건축비 상승 추세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04748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합정 역세권 개발 수요 대비 리스크 관리 가능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UAT-P3_development_basic_B  ·  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792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42432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359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42432" y="2414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926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42432" y="29809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47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493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42432" y="3547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0599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4114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중개법인 · UAT-P3_development_basic_B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UAT-P3_development_basic_B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2026-08-11T11:04:26Z</dcterms:created>
  <dcterms:modified xsi:type="dcterms:W3CDTF">2026-08-11T11:04:26Z</dcterms:modified>
</cp:coreProperties>
</file>