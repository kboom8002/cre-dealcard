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 물류센터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물류창고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물류창고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300억~500억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300억~500억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UAT-P4_operating_basic_B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26,400㎡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이천시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9,900㎡ (3,000평)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26,400㎡ (8,000평)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3층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천장고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고속도로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이천IC 5km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허브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 물류단지 인접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접근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수도권 2시간 이내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상세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이천시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9,900㎡ (3,000평)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26,400㎡ (8,000평)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3층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천장고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4381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438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냉동창고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72968" y="37856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13308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33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72968" y="4133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계약기간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임대료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CJ대한통운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 장기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25억원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813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CJ대한통운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25억원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261518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스프링클러 완비. 24시간 운영 가능.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임차인 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CJ대한통운 10년 장기 계약으로 안정적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시장 변동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이커머스 성장으로 물류 수요 지속 증가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유지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 준공 신축 시설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UAT-P4_operating_basic_B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UAT-P4_operating_basic_B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2026-08-11T11:04:26Z</dcterms:created>
  <dcterms:modified xsi:type="dcterms:W3CDTF">2026-08-11T11:04:26Z</dcterms:modified>
</cp:coreProperties>
</file>