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 급매 빌딩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팀장  |  크리딜 중개법인  |  UAT-P5_trading_basic_B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UAT-P5_trading_basic_B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660㎡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 (전층 공실)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영등포구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264㎡ (80평)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660㎡ (200평)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8728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188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188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지하1층~지상4층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997467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059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62059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1988년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UAT-P5_trading_basic_B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영등포역 도보 10분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재개발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재개발 진행 중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실거래가 평당 2,800만원 (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실거래가 평당 2,800만원 (2024년)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UAT-P5_trading_basic_B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상세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영등포구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264㎡ (80평)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660㎡ (200평)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지하1층~지상4층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0906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90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72968" y="30906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1988년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4381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381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72968" y="34381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 공실, 리모델링 필요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UAT-P5_trading_basic_B  ·  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인근 실거래 시세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68억원 (평당 2,800만원 x 200평 환산)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매각 호가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55억원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할인율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UAT-P5_trading_basic_B  ·  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4813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 비교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47088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인근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실거래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68억원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(평당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2,800만원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200평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환산)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매각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55억원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할인율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2004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급매물로 시세 대비 20% 할인 매물.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노후화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1988년 준공, 리모델링 필수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 공실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리스크 존재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재개발 불확실성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재개발 일정 미확정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 매매 관점에서 시세 차익 실현 가능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UAT-P5_trading_basic_B  ·  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4243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2414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980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3547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 · UAT-P5_trading_basic_B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UAT-P5_trading_basic_B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2026-08-11T11:04:26Z</dcterms:created>
  <dcterms:modified xsi:type="dcterms:W3CDTF">2026-08-11T11:04:26Z</dcterms:modified>
</cp:coreProperties>
</file>