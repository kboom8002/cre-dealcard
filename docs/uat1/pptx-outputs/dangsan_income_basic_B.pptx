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당산동 근생빌딩 투자설명서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근생빌딩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근생빌딩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120억원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4224528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A3D9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25696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120억원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 |  크리딜  |  E2E-DANGSAN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E2E-DANGSAN  ·  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C8FF0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C8FF00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 소재 근생빌딩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120억원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제2종근린생활시설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814.96㎡ (약 247평)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6692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278.4㎡ (약 84평)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37710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170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41700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/ 지상 5층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18728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188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51880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1993년 (33년 경과)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997467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62059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62059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66928" y="493776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" y="499262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" y="504748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49808" y="526694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당산 핵심 입지의 안정적인 수익형 자산입니다.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E2E-DANGSAN  ·  2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당산역 2호선 도보 8분 (약 608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당산역 2호선 도보 8분 (약 608m)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간선도로 및 IC 접근 우수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간선도로 및 IC 접근 우수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반경 500m 내 편의점 2개소, 카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반경 500m 내 편의점 2개소, 카페 10개소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식당 11개소, 주차장 3개소 확보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식당 11개소, 주차장 3개소 확보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 권역 우수 입지, 안정적 임대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E2E-DANGSAN  ·  3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건물, 어떤 자산인가?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제2종근린생활시설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814.96㎡ (약 247평)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278.4㎡ (약 84평)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0906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0906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72968" y="309067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/ 지상 5층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34381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4381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72968" y="343814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1993년 (33년 경과)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78561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7856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72968" y="378561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413308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1330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72968" y="413308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120억원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32" name="Shape 30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3" name="Text 31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당산 핵심 입지의 안정적인 수익형 자산입니다.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E2E-DANGSAN  ·  4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임대 현황과 공실, 실제로 어떤가?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7839" cy="914400"/>
        </p:xfrm>
        <a:graphic>
          <a:graphicData uri="http://schemas.openxmlformats.org/drawingml/2006/table">
            <a:tbl>
              <a:tblPr/>
              <a:tblGrid>
                <a:gridCol w="5528920"/>
                <a:gridCol w="5528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 현황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임대료 합계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1946만 원/월 (추정)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임대 수입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2.3억 원/년 (추정)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임차인 정보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NDA 체결 후 공개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389534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임차인명 및 상세 정보는 개인정보 보호를 위해 비공개 처리되었습니다.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566928" y="4169664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9" name="Shape 6"/>
          <p:cNvSpPr/>
          <p:nvPr/>
        </p:nvSpPr>
        <p:spPr>
          <a:xfrm>
            <a:off x="566928" y="4224528"/>
            <a:ext cx="36576" cy="9875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42793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9808" y="4498848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임차인명 및 상세 정보는 개인정보 보호를 위해 비공개 처리되었습니다.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E2E-DANGSAN  ·  5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🔶 준공 33년 경과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설비(공조·전기·외벽) 노후화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설비(공조·전기·외벽) 노후화 현황 및 대수선 이력 확인 필요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🔵 석면 조사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2009년 이전 자재 사용 여부 확인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2009년 이전 자재 사용 여부 확인 권장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1701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🔵 용도지역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 / 중복지구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504748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상가임대차보호법 적용 호실 존재(3F·4F, 갱신요구권 5~7년 잔여). 구분등기 구조(형제 2인 공동). 근저당 잔액 ~13억 확인 필요.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E2E-DANGSAN  ·  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792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3591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4140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809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29260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29809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54787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478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4930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547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11480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0599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114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· E2E-DANGSAN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E2E-DANGSAN  · 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2026-08-11T13:26:35Z</dcterms:created>
  <dcterms:modified xsi:type="dcterms:W3CDTF">2026-08-11T13:26:35Z</dcterms:modified>
</cp:coreProperties>
</file>