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📍 이 입지, 투자할 만한 곳인가?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우수 입지, 안정적 임대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🏢 이 건물, 어떤 자산인가?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00784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55648"/>
            <a:ext cx="36576" cy="15361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105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데이터 준비 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6528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공적 장부 조회 완료 후 층별 세부 용도, 연면적, 건폐율/용적률이 자동 반영됩니다.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566928" y="3529584"/>
            <a:ext cx="6858000" cy="2560320"/>
          </a:xfrm>
          <a:prstGeom prst="roundRect">
            <a:avLst>
              <a:gd name="adj" fmla="val 2143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584448"/>
            <a:ext cx="36576" cy="2450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6393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확인 공적 서류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858768"/>
            <a:ext cx="65288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일반건축물대장 (갑/을구 — 위반건축물 등재 여부 확인)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토지이용계획확인서 (용도지역, 지구단위계획, 저촉 여부)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 및 건물 등기사항전부증명서 (근저당, 압류 등 권리관계)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임대 현황과 공실, 실제로 어떤가?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00784"/>
            <a:ext cx="11057839" cy="13716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55648"/>
            <a:ext cx="36576" cy="12618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1051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029968"/>
            <a:ext cx="107286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현황(호실별 보증금, 월차임, 관리비, 만기일)은 소유자/중개인 확인 후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66928" y="3291840"/>
            <a:ext cx="5437480" cy="2194560"/>
          </a:xfrm>
          <a:prstGeom prst="roundRect">
            <a:avLst>
              <a:gd name="adj" fmla="val 2500"/>
            </a:avLst>
          </a:prstGeom>
          <a:solidFill>
            <a:srgbClr val="DBEAFE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346704"/>
            <a:ext cx="36576" cy="20848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40156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실사 점검 항목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3621024"/>
            <a:ext cx="510829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층별/호실별 임대차 계약서 및 사업자등록 현황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보증금 총액 및 월 임대료 입금 내역(최근 6개월)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렌트프리, 핏아웃 등 특약 조건 존재 여부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187288" y="3291840"/>
            <a:ext cx="5437480" cy="2194560"/>
          </a:xfrm>
          <a:prstGeom prst="roundRect">
            <a:avLst>
              <a:gd name="adj" fmla="val 2500"/>
            </a:avLst>
          </a:prstGeom>
          <a:solidFill>
            <a:srgbClr val="DBEAF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7288" y="3346704"/>
            <a:ext cx="36576" cy="20848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340156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분석 유의사항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70168" y="3621024"/>
            <a:ext cx="510829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상가임대차보호법상 10년 계약갱신요구권 적용 여부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주변 시세 대비 적정 임대료(Market Rent) 갭 분석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향후 명도 가능 여부 및 리모델링/신축 타당성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숨은 리스크는 없는가?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리스크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근린생활시설로서 건축물대장·토지이용계획확인서·등기부등본 및 임대차계약서를 통해 용도지역, 건축물 용도 적합성, 건축법 위반 사항물 표기, 주차장 적법성, 권리관계 및 주요 임차 업종의 보증금·대항력 등을 우선 확인해야 합니다. 특히 업종별 입점 가능 범위와 용도변경 및 증축 가능 여부는 관할 관청 확인이 필요합니다.성, 소방·승강기·전기·방수 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리스크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2026-08-14T12:42:17Z</dcterms:created>
  <dcterms:modified xsi:type="dcterms:W3CDTF">2026-08-14T12:42:17Z</dcterms:modified>
</cp:coreProperties>
</file>