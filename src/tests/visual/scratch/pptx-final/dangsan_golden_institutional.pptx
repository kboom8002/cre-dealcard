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우수 입지, 안정적 임대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55648"/>
            <a:ext cx="36576" cy="12618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105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029968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현황(호실별 보증금, 월차임, 관리비, 만기일)은 소유자/중개인 확인 후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실사 점검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층별/호실별 임대차 계약서 및 사업자등록 현황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보증금 총액 및 월 임대료 입금 내역(최근 6개월)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렌트프리, 핏아웃 등 특약 조건 존재 여부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8728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28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분석 유의사항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016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상가임대차보호법상 10년 계약갱신요구권 적용 여부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주변 시세 대비 적정 임대료(Market Rent) 갭 분석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향후 명도 가능 여부 및 리모델링/신축 타당성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주요 임차 업종의 보증금·대항력 등을 우선 확인해야 합니다. 특히 업종별 입점 가능 범위와 용도변경 및 증축 가능 여부는 관할 관청 확인이 필요합니다.성, 소방·승강기·전기·방수 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2026-08-14T12:42:15Z</dcterms:created>
  <dcterms:modified xsi:type="dcterms:W3CDTF">2026-08-14T12:42:15Z</dcterms:modified>
</cp:coreProperties>
</file>