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우수 입지, 안정적 임대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700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55648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토지/용도 분석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2029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용도지역/지구별 법정 건폐율 및 용적률 상한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도로 접면 조건(너비 및 코너 여부)과 건축선 후퇴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지구단위계획구역 여부 및 층수/업종 제한 사항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86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41648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96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권리 점검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15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근저당·신탁·가압류 등 권리제한 사항 정밀 실사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현황 도로와 지적도상 도로 일치 여부 확인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크리딜 전문 자문팀을 통한 공부 정밀 검토 가능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2026-08-14T12:42:13Z</dcterms:created>
  <dcterms:modified xsi:type="dcterms:W3CDTF">2026-08-14T12:42:13Z</dcterms:modified>
</cp:coreProperties>
</file>