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특성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 조건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00784"/>
            <a:ext cx="6858000" cy="1645920"/>
          </a:xfrm>
          <a:prstGeom prst="roundRect">
            <a:avLst>
              <a:gd name="adj" fmla="val 3333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755648"/>
            <a:ext cx="36576" cy="15361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10512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데이터 준비 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029968"/>
            <a:ext cx="65288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공적 장부 조회 완료 후 층별 세부 용도, 연면적, 건폐율/용적률이 자동 반영됩니다.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566928" y="3529584"/>
            <a:ext cx="6858000" cy="2560320"/>
          </a:xfrm>
          <a:prstGeom prst="roundRect">
            <a:avLst>
              <a:gd name="adj" fmla="val 2143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584448"/>
            <a:ext cx="36576" cy="24505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639312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확인 공적 서류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858768"/>
            <a:ext cx="65288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일반건축물대장 (갑/을구 — 위반건축물 등재 여부 확인)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토지이용계획확인서 (용도지역, 지구단위계획, 저촉 여부)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토지 및 건물 등기사항전부증명서 (근저당, 압류 등 권리관계)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1700784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1755648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토지/용도 분석 포인트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2029968"/>
            <a:ext cx="35112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용도지역/지구별 법정 건폐율 및 용적률 상한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도로 접면 조건(너비 및 코너 여부)과 건축선 후퇴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지구단위계획구역 여부 및 층수/업종 제한 사항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784287" y="3986784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84287" y="4041648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7967167" y="4096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권리 점검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67167" y="4315968"/>
            <a:ext cx="35112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근저당·신탁·가압류 등 권리제한 사항 정밀 실사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현황 도로와 지적도상 도로 일치 여부 확인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크리딜 전문 자문팀을 통한 공부 정밀 검토 가능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11057839" cy="1371600"/>
          </a:xfrm>
          <a:prstGeom prst="roundRect">
            <a:avLst>
              <a:gd name="adj" fmla="val 4000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55648"/>
            <a:ext cx="36576" cy="12618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81051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029968"/>
            <a:ext cx="1072865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현황(호실별 보증금, 월차임, 관리비, 만기일)은 소유자/중개인 확인 후 업데이트됩니다.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5437480" cy="2194560"/>
          </a:xfrm>
          <a:prstGeom prst="roundRect">
            <a:avLst>
              <a:gd name="adj" fmla="val 2500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346704"/>
            <a:ext cx="36576" cy="20848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40156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실사 점검 항목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808" y="3621024"/>
            <a:ext cx="510829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층별/호실별 임대차 계약서 및 사업자등록 현황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보증금 총액 및 월 임대료 입금 내역(최근 6개월)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렌트프리, 핏아웃 등 특약 조건 존재 여부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187288" y="3291840"/>
            <a:ext cx="5437480" cy="2194560"/>
          </a:xfrm>
          <a:prstGeom prst="roundRect">
            <a:avLst>
              <a:gd name="adj" fmla="val 2500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187288" y="3346704"/>
            <a:ext cx="36576" cy="20848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340156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분석 유의사항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70168" y="3621024"/>
            <a:ext cx="510829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상가임대차보호법상 10년 계약갱신요구권 적용 여부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주변 시세 대비 적정 임대료(Market Rent) 갭 분석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향후 명도 가능 여부 및 리모델링/신축 타당성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준공연도 확인 권장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석면 조사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시기 자재 확인 권장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1701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용도지역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 / 중복지구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🔶 우선 확인 | 🔵 일반 확인 | 공법 규제 세부 내용은 관할 관청 및 전문가 확인이 필요합니다.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2026-08-14T12:42:18Z</dcterms:created>
  <dcterms:modified xsi:type="dcterms:W3CDTF">2026-08-14T12:42:18Z</dcterms:modified>
</cp:coreProperties>
</file>