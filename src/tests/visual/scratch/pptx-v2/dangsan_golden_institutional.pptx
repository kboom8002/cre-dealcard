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근린생활시설로서 건축물대장·토지이용계획확인서·등기부등본 및 임대차계약서를 통해 용도지역, 건축물 용도 적합성, 건축법 위반 사항물 표기, 주차장 적법성, 권리관계 및 [임차인 업종 정보로 대체됨]의 보증금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8096" y="548640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2026-08-14T12:20:45Z</dcterms:created>
  <dcterms:modified xsi:type="dcterms:W3CDTF">2026-08-14T12:20:45Z</dcterms:modified>
</cp:coreProperties>
</file>