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의 보증금·대항력 등을 우선 확인해야 합니다. 특히 업종별 입점 가능 범위와 용도변경 및 증축 가능 여부는 관할 관청 확인이 필요합니다.성, 소방·승강기·전기·방수 등 주요 설비의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2026-08-14T12:23:52Z</dcterms:created>
  <dcterms:modified xsi:type="dcterms:W3CDTF">2026-08-14T12:23:52Z</dcterms:modified>
</cp:coreProperties>
</file>