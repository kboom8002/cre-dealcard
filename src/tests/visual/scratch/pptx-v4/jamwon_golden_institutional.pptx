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입지 상가빌딩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 핵심 권역 소재 상가빌딩 물건입니다.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543748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5108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3666744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입지, 투자할 만한 곳인가?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️ 신축/개발 사업수지와 수익성은?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사업수지 및 개발 타당성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----------------------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매입비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희망가 기준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사업비 내 비중 산출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추정 신축 공사비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평당 공사비 산정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연면적 기준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총 사업비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토지비 + 공사비 + 금융/기타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투자금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개발 이익률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15% ~ 25% 수준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상황 연동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EEBC8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28" name="Text 26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️ 숨은 리스크는 없는가?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 리스크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9808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상가빌딩은 건축물대장·토지이용계획확인서·등기부등본 등 기초 공적장부가 미제공된 상태이므로, 용도지역·지구, 건축물 용도 적합성, 건축법 위반 사항물 표기, 주차장 적법성, 건폐율·용적률 잔여분 및 근저당·가압류 등 권리제한을 거래 전 우선 확인해야 합니다. 또한 소방·전기·승강기·방수·배관 등 핵심 설비의 노후도와 석면 등 유해물질 해당 여부는 향후 보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4314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27194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리스크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7194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27194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내용은 제한된 자료에 기초한 예비 검토로서 법률·세무·건축·수익성을 보장하지 않습니다. 최종 투자 및 계약 전 관할 행정기관 확인, 공적장부 발급, 임대차·권리관계 실사 및 관련 전문가 자문이 필요합니다.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5047488"/>
            <a:ext cx="11057839" cy="896112"/>
          </a:xfrm>
          <a:prstGeom prst="roundRect">
            <a:avLst>
              <a:gd name="adj" fmla="val 6122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5230368"/>
            <a:ext cx="106920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내용은 제한된 자료에 기초한 예비 검토로서 법률·세무·건축·수익성을 보장하지 않습니다. 최종 투자 및 계약 전 관할 행정기관 확인, 공적장부 발급, 임대차·권리관계 실사 및 관련 전문가 자문이 필요합니다.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C2433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2026-08-14T12:28:04Z</dcterms:created>
  <dcterms:modified xsi:type="dcterms:W3CDTF">2026-08-14T12:28:04Z</dcterms:modified>
</cp:coreProperties>
</file>