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3D2E1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33271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98A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A2030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61D2B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E271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입지 상가빌딩 매각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IM-FE5CBA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 핵심 권역 소재 상가빌딩 물건입니다.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B98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5437480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276856"/>
            <a:ext cx="5108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6692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BEE3F8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3666744"/>
            <a:ext cx="36576" cy="9875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980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매물은 서울 핵심 권역 핵심 입지의 안정적인 수익형 자산입니다.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618728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BEE3F8"/>
          </a:solidFill>
          <a:ln/>
        </p:spPr>
      </p:sp>
      <p:sp>
        <p:nvSpPr>
          <p:cNvPr id="16" name="Shape 14"/>
          <p:cNvSpPr/>
          <p:nvPr/>
        </p:nvSpPr>
        <p:spPr>
          <a:xfrm>
            <a:off x="6187288" y="3666744"/>
            <a:ext cx="36576" cy="9875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7" name="Text 15"/>
          <p:cNvSpPr/>
          <p:nvPr/>
        </p:nvSpPr>
        <p:spPr>
          <a:xfrm>
            <a:off x="637016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7016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🔍 건축물대장 조회 미완료 —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IM-FE5CBA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입지, 투자할 만한 곳인가?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교통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14884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170475" y="214884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496312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170475" y="2496312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53328" y="284378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2843784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170475" y="2843784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53328" y="319125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53328" y="3191256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권역 권역 우수 입지, 안정적 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170475" y="3191256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IM-FE5CBA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현황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BEE3F8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IM-FE5CBA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️ 신축/개발 사업수지와 수익성은?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사업수지 및 개발 타당성 분석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7007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----------------------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72968" y="17007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48879" y="182880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매입비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948879" y="201168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희망가 기준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7948879" y="2377440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사업비 내 비중 산출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7784287" y="2944368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48879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추정 신축 공사비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948879" y="3255264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평당 공사비 산정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948879" y="3621024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연면적 기준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7784287" y="4187952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48879" y="43159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예상 총 사업비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948879" y="4498848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토지비 + 공사비 + 금융/기타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948879" y="4864608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투자금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784287" y="543153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48879" y="555955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예상 개발 이익률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948879" y="5742432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15% ~ 25% 수준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948879" y="6108192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 상황 연동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7784287" y="667512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EEBC8"/>
          </a:solidFill>
          <a:ln/>
        </p:spPr>
      </p:sp>
      <p:sp>
        <p:nvSpPr>
          <p:cNvPr id="27" name="Shape 25"/>
          <p:cNvSpPr/>
          <p:nvPr/>
        </p:nvSpPr>
        <p:spPr>
          <a:xfrm>
            <a:off x="7784287" y="6729984"/>
            <a:ext cx="36576" cy="987552"/>
          </a:xfrm>
          <a:prstGeom prst="rect">
            <a:avLst/>
          </a:prstGeom>
          <a:solidFill>
            <a:srgbClr val="9C4221"/>
          </a:solidFill>
          <a:ln/>
        </p:spPr>
      </p:sp>
      <p:sp>
        <p:nvSpPr>
          <p:cNvPr id="28" name="Text 26"/>
          <p:cNvSpPr/>
          <p:nvPr/>
        </p:nvSpPr>
        <p:spPr>
          <a:xfrm>
            <a:off x="7967167" y="67848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967167" y="7004304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공사비 및 분양가 변동에 따라 최종 수익률이 달라질 수 있습니다.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IM-FE5CBA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️ 숨은 리스크는 없는가?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3503066" cy="3200400"/>
          </a:xfrm>
          <a:prstGeom prst="roundRect">
            <a:avLst>
              <a:gd name="adj" fmla="val 1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572768"/>
            <a:ext cx="3503066" cy="36576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 리스크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9808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상가빌딩은 건축물대장·토지이용계획확인서·등기부등본 등 기초 공적장부가 미제공된 상태이므로, 용도지역·지구, 건축물 용도 적합성, 건축법 위반 사항물 표기, 주차장 적법성, 건폐율·용적률 잔여분 및 근저당·가압류 등 권리제한을 거래 전 우선 확인해야 합니다. 또한 소방·전기·승강기·방수·배관 등 핵심 설비의 노후도와 석면 등 유해물질 해당 여부는 향후 보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4314" y="1572768"/>
            <a:ext cx="3503066" cy="3200400"/>
          </a:xfrm>
          <a:prstGeom prst="roundRect">
            <a:avLst>
              <a:gd name="adj" fmla="val 1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4314" y="1572768"/>
            <a:ext cx="3503066" cy="36576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13" name="Text 11"/>
          <p:cNvSpPr/>
          <p:nvPr/>
        </p:nvSpPr>
        <p:spPr>
          <a:xfrm>
            <a:off x="4527194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 리스크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27194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27194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내용은 제한된 자료에 기초한 예비 검토로서 법률·세무·건축·수익성을 보장하지 않습니다. 최종 투자 및 계약 전 관할 행정기관 확인, 공적장부 발급, 임대차·권리관계 실사 및 관련 전문가 자문이 필요합니다.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5047488"/>
            <a:ext cx="11057839" cy="896112"/>
          </a:xfrm>
          <a:prstGeom prst="roundRect">
            <a:avLst>
              <a:gd name="adj" fmla="val 6122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5230368"/>
            <a:ext cx="10692079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내용은 제한된 자료에 기초한 예비 검토로서 법률·세무·건축·수익성을 보장하지 않습니다. 최종 투자 및 계약 전 관할 행정기관 확인, 공적장부 발급, 임대차·권리관계 실사 및 관련 전문가 자문이 필요합니다.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IM-FE5CBA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Disclaimer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C2433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IM-FE5CBA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IM-FE5CBA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2026-08-14T12:29:19Z</dcterms:created>
  <dcterms:modified xsi:type="dcterms:W3CDTF">2026-08-14T12:29:19Z</dcterms:modified>
</cp:coreProperties>
</file>