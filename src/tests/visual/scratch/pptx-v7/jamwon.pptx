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등 권리제한을 거래 전 우선 확인해야 합니다. 또한 소방·전기·승강기·방수·배관 등 핵심 설비의 노후도와 석면 등 유해물질 해당 여부는 향후 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2026-08-14T12:31:59Z</dcterms:created>
  <dcterms:modified xsi:type="dcterms:W3CDTF">2026-08-14T12:31:59Z</dcterms:modified>
</cp:coreProperties>
</file>