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9445752" cy="4663440"/>
          </a:xfrm>
          <a:prstGeom prst="roundRect">
            <a:avLst>
              <a:gd name="adj" fmla="val 2353"/>
            </a:avLst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097280"/>
            <a:ext cx="944575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2024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입지 근생빌딩 매각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IM-36300A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핵심 권역 소재 근생빌딩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📍 이 입지, 투자할 만한 곳인가?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🏢 이 건물, 어떤 자산인가?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📊 임대 현황과 공실, 실제로 어떤가?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22128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6692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542032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2542032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숨은 리스크는 없는가?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근린생활시설로서 건축물대장·토지이용계획확인서·등기부등본 및 임대차계약서를 통해 용도지역, 건축물 용도 적합성, 건축법 위반 사항물 표기, 주차장 적법성, 권리관계 및 [임차인 업종 정보로 대체됨]의 보증금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4314" y="1572768"/>
            <a:ext cx="3503066" cy="3200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&gt; 본 내용은 제공된 제한적 자료를 바탕으로 한 예비 검토이며, 법률·세무·건축적 적합성 또는 수익을 보장하지 않습니다. 최종 투자 및 계약 판단 전 관할 관청 확인, 등기·임대차 실사 및 관련 전문가 자문이 필요합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5047488"/>
            <a:ext cx="11057839" cy="8961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제공된 제한적 자료를 바탕으로 한 예비 검토이며, 법률·세무·건축적 적합성 또는 수익을 보장하지 않습니다. 최종 투자 및 계약 판단 전 관할 관청 확인, 등기·임대차 실사 및 관련 전문가 자문이 필요합니다.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85216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334155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IM-36300A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2026-08-14T12:14:04Z</dcterms:created>
  <dcterms:modified xsi:type="dcterms:W3CDTF">2026-08-14T12:14:04Z</dcterms:modified>
</cp:coreProperties>
</file>