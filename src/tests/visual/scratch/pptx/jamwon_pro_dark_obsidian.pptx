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457200"/>
            <a:ext cx="5486400" cy="5486400"/>
          </a:xfrm>
          <a:prstGeom prst="ellipse">
            <a:avLst/>
          </a:prstGeom>
          <a:solidFill>
            <a:srgbClr val="0C2A30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1371600"/>
            <a:ext cx="3657600" cy="3657600"/>
          </a:xfrm>
          <a:prstGeom prst="ellipse">
            <a:avLst/>
          </a:prstGeom>
          <a:solidFill>
            <a:srgbClr val="0E3640"/>
          </a:solidFill>
          <a:ln/>
        </p:spPr>
      </p:sp>
      <p:sp>
        <p:nvSpPr>
          <p:cNvPr id="4" name="Shape 2"/>
          <p:cNvSpPr/>
          <p:nvPr/>
        </p:nvSpPr>
        <p:spPr>
          <a:xfrm>
            <a:off x="8961120" y="2103120"/>
            <a:ext cx="2194560" cy="2194560"/>
          </a:xfrm>
          <a:prstGeom prst="ellipse">
            <a:avLst/>
          </a:prstGeom>
          <a:solidFill>
            <a:srgbClr val="134E5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입지 상가빌딩 매각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IM-FE5CBA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IM-FE5CBA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 핵심 권역 소재 상가빌딩 물건입니다.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6692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3666744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618728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7" name="Shape 15"/>
          <p:cNvSpPr/>
          <p:nvPr/>
        </p:nvSpPr>
        <p:spPr>
          <a:xfrm>
            <a:off x="6187288" y="3666744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637016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7016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IM-FE5CBA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입지, 투자할 만한 곳인가?</a:t>
            </a:r>
            <a:endParaRPr lang="en-US" sz="2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4" name="Shape 21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5" name="Text 22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IM-FE5CBA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6B6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IM-FE5CBA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️ 신축/개발 사업수지와 수익성은?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사업수지 및 개발 타당성 분석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----------------------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6B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매입비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희망가 기준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사업비 내 비중 산출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추정 신축 공사비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평당 공사비 산정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연면적 기준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총 사업비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토지비 + 공사비 + 금융/기타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투자금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개발 이익률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15% ~ 25% 수준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상황 연동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/>
        </p:spPr>
      </p:sp>
      <p:sp>
        <p:nvSpPr>
          <p:cNvPr id="28" name="Shape 26"/>
          <p:cNvSpPr/>
          <p:nvPr/>
        </p:nvSpPr>
        <p:spPr>
          <a:xfrm>
            <a:off x="7784287" y="6729984"/>
            <a:ext cx="36576" cy="9875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7967167" y="67848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967167" y="7004304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IM-FE5CBA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️ 숨은 리스크는 없는가?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3503066" cy="3200400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572768"/>
            <a:ext cx="45720" cy="3200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9808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상가빌딩은 건축물대장·토지이용계획확인서·등기부등본 등 기초 공적장부가 미제공된 상태이므로, 용도지역·지구, 건축물 용도 적합성, 건축법 위반 사항물 표기, 주차장 적법성, 건폐율·용적률 잔여분 및 근저당·가압류 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4314" y="1572768"/>
            <a:ext cx="3503066" cy="3200400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4314" y="1572768"/>
            <a:ext cx="45720" cy="3200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4527194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27194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27194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&gt; 본 내용은 제한된 자료에 기초한 예비 검토로서 법률·세무·건축·수익성을 보장하지 않습니다. 최종 투자 및 계약 전 관할 행정기관 확인, 공적장부 발급, 임대차·권리관계 실사 및 관련 전문가 자문이 필요합니다.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5047488"/>
            <a:ext cx="11057839" cy="896112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5047488"/>
            <a:ext cx="45720" cy="89611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5230368"/>
            <a:ext cx="106920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내용은 제한된 자료에 기초한 예비 검토로서 법률·세무·건축·수익성을 보장하지 않습니다. 최종 투자 및 계약 전 관할 행정기관 확인, 공적장부 발급, 임대차·권리관계 실사 및 관련 전문가 자문이 필요합니다.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IM-FE5CBA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8181B"/>
          </a:solidFill>
          <a:ln/>
        </p:spPr>
      </p:sp>
      <p:sp>
        <p:nvSpPr>
          <p:cNvPr id="30" name="Text 28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F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IM-FE5CBA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5" name="Text 33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IM-FE5CBA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2026-08-14T12:14:01Z</dcterms:created>
  <dcterms:modified xsi:type="dcterms:W3CDTF">2026-08-14T12:14:01Z</dcterms:modified>
</cp:coreProperties>
</file>