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건물, 어떤 자산인가?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현황과 공실, 실제로 어떤가?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준공연도 확인 권장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석면 조사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시기 자재 확인 권장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1701" y="1572768"/>
            <a:ext cx="3503066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용도지역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 / 중복지구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6122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🔶 우선 확인 | 🔵 일반 확인 | 공법 규제 세부 내용은 관할 관청 및 전문가 확인이 필요합니다.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768096" y="548640"/>
            <a:ext cx="1085667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IM-F2A70B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2026-08-14T12:14:05Z</dcterms:created>
  <dcterms:modified xsi:type="dcterms:W3CDTF">2026-08-14T12:14:05Z</dcterms:modified>
</cp:coreProperties>
</file>